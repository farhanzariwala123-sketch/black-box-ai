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7" autoAdjust="0"/>
    <p:restoredTop sz="94689" autoAdjust="0"/>
  </p:normalViewPr>
  <p:slideViewPr>
    <p:cSldViewPr snapToGrid="0" snapToObjects="1">
      <p:cViewPr varScale="1">
        <p:scale>
          <a:sx n="90" d="100"/>
          <a:sy n="90" d="100"/>
        </p:scale>
        <p:origin x="57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6DE1EC-D0DB-4938-9BAD-C535BB5FD78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D9833D-07D8-46C5-8E04-931C17BDDA2E}">
      <dgm:prSet/>
      <dgm:spPr/>
      <dgm:t>
        <a:bodyPr/>
        <a:lstStyle/>
        <a:p>
          <a:r>
            <a:rPr lang="en-US"/>
            <a:t>Traditional Robots use 'First-In, First-Out' (FIFO) or Shortest-Path algorithms.</a:t>
          </a:r>
        </a:p>
      </dgm:t>
    </dgm:pt>
    <dgm:pt modelId="{11C88A01-4A40-4E1C-819E-21B4305683BC}" type="parTrans" cxnId="{A07BE1DE-5FD5-4C46-B838-CF3C5611478D}">
      <dgm:prSet/>
      <dgm:spPr/>
      <dgm:t>
        <a:bodyPr/>
        <a:lstStyle/>
        <a:p>
          <a:endParaRPr lang="en-US"/>
        </a:p>
      </dgm:t>
    </dgm:pt>
    <dgm:pt modelId="{3E9B4640-6DF0-4CC0-9805-231C7822CC5B}" type="sibTrans" cxnId="{A07BE1DE-5FD5-4C46-B838-CF3C5611478D}">
      <dgm:prSet/>
      <dgm:spPr/>
      <dgm:t>
        <a:bodyPr/>
        <a:lstStyle/>
        <a:p>
          <a:endParaRPr lang="en-US"/>
        </a:p>
      </dgm:t>
    </dgm:pt>
    <dgm:pt modelId="{CFD3D63F-B1E8-49AD-A5F3-415291A249BA}">
      <dgm:prSet/>
      <dgm:spPr/>
      <dgm:t>
        <a:bodyPr/>
        <a:lstStyle/>
        <a:p>
          <a:r>
            <a:rPr lang="en-US"/>
            <a:t>The Flaw: Geometrically precise, but socially unaware.</a:t>
          </a:r>
        </a:p>
      </dgm:t>
    </dgm:pt>
    <dgm:pt modelId="{2B2C61C7-763B-4AF0-BAFF-DA00AFCE5058}" type="parTrans" cxnId="{5A622895-1271-404B-9808-3EEB8803581A}">
      <dgm:prSet/>
      <dgm:spPr/>
      <dgm:t>
        <a:bodyPr/>
        <a:lstStyle/>
        <a:p>
          <a:endParaRPr lang="en-US"/>
        </a:p>
      </dgm:t>
    </dgm:pt>
    <dgm:pt modelId="{92179C44-BC68-45DA-9512-4AEFDD36555B}" type="sibTrans" cxnId="{5A622895-1271-404B-9808-3EEB8803581A}">
      <dgm:prSet/>
      <dgm:spPr/>
      <dgm:t>
        <a:bodyPr/>
        <a:lstStyle/>
        <a:p>
          <a:endParaRPr lang="en-US"/>
        </a:p>
      </dgm:t>
    </dgm:pt>
    <dgm:pt modelId="{7FF606EE-DEAB-4BA6-BB1A-0958DC0A5A24}">
      <dgm:prSet/>
      <dgm:spPr/>
      <dgm:t>
        <a:bodyPr/>
        <a:lstStyle/>
        <a:p>
          <a:r>
            <a:rPr lang="en-US"/>
            <a:t>Example: Delivering to a happy customer 5 feet away while ignoring a furious customer 20 feet away.</a:t>
          </a:r>
        </a:p>
      </dgm:t>
    </dgm:pt>
    <dgm:pt modelId="{14733DA9-E2D2-45A9-827A-9D5806C75FA3}" type="parTrans" cxnId="{B2B48869-A2D8-4445-A92D-11019D53FBCD}">
      <dgm:prSet/>
      <dgm:spPr/>
      <dgm:t>
        <a:bodyPr/>
        <a:lstStyle/>
        <a:p>
          <a:endParaRPr lang="en-US"/>
        </a:p>
      </dgm:t>
    </dgm:pt>
    <dgm:pt modelId="{9B513292-F6E6-467B-80A7-7A001D7B2C5D}" type="sibTrans" cxnId="{B2B48869-A2D8-4445-A92D-11019D53FBCD}">
      <dgm:prSet/>
      <dgm:spPr/>
      <dgm:t>
        <a:bodyPr/>
        <a:lstStyle/>
        <a:p>
          <a:endParaRPr lang="en-US"/>
        </a:p>
      </dgm:t>
    </dgm:pt>
    <dgm:pt modelId="{37D2F973-5720-4091-881B-690D57D6CDE1}">
      <dgm:prSet/>
      <dgm:spPr/>
      <dgm:t>
        <a:bodyPr/>
        <a:lstStyle/>
        <a:p>
          <a:r>
            <a:rPr lang="en-US"/>
            <a:t>Service robots must understand human emotional urgency to be viable in the real world.</a:t>
          </a:r>
        </a:p>
      </dgm:t>
    </dgm:pt>
    <dgm:pt modelId="{672A8110-9FC2-49F0-9773-198117C4EF27}" type="parTrans" cxnId="{FEF24F57-2DDE-4D1F-85B6-11A9D601212E}">
      <dgm:prSet/>
      <dgm:spPr/>
      <dgm:t>
        <a:bodyPr/>
        <a:lstStyle/>
        <a:p>
          <a:endParaRPr lang="en-US"/>
        </a:p>
      </dgm:t>
    </dgm:pt>
    <dgm:pt modelId="{7E683EA5-BC58-46C0-BBEE-60F196668F6A}" type="sibTrans" cxnId="{FEF24F57-2DDE-4D1F-85B6-11A9D601212E}">
      <dgm:prSet/>
      <dgm:spPr/>
      <dgm:t>
        <a:bodyPr/>
        <a:lstStyle/>
        <a:p>
          <a:endParaRPr lang="en-US"/>
        </a:p>
      </dgm:t>
    </dgm:pt>
    <dgm:pt modelId="{D505A400-4040-4EF5-A546-689FA6175C8D}" type="pres">
      <dgm:prSet presAssocID="{446DE1EC-D0DB-4938-9BAD-C535BB5FD781}" presName="linear" presStyleCnt="0">
        <dgm:presLayoutVars>
          <dgm:animLvl val="lvl"/>
          <dgm:resizeHandles val="exact"/>
        </dgm:presLayoutVars>
      </dgm:prSet>
      <dgm:spPr/>
    </dgm:pt>
    <dgm:pt modelId="{D771B36D-CB28-453E-A426-6B11A2FE4817}" type="pres">
      <dgm:prSet presAssocID="{EDD9833D-07D8-46C5-8E04-931C17BDDA2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2AD4B5C-66E0-469A-8C6B-C921EF787F36}" type="pres">
      <dgm:prSet presAssocID="{3E9B4640-6DF0-4CC0-9805-231C7822CC5B}" presName="spacer" presStyleCnt="0"/>
      <dgm:spPr/>
    </dgm:pt>
    <dgm:pt modelId="{B8FF00BB-148F-4A26-BD7C-816C66561265}" type="pres">
      <dgm:prSet presAssocID="{CFD3D63F-B1E8-49AD-A5F3-415291A249B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FD28828-66DB-4F40-8EEF-629CF1A1B664}" type="pres">
      <dgm:prSet presAssocID="{92179C44-BC68-45DA-9512-4AEFDD36555B}" presName="spacer" presStyleCnt="0"/>
      <dgm:spPr/>
    </dgm:pt>
    <dgm:pt modelId="{EF4F8B3A-0DD0-41DF-8F1B-A46136BEF1A2}" type="pres">
      <dgm:prSet presAssocID="{7FF606EE-DEAB-4BA6-BB1A-0958DC0A5A2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C5028ED-A0FC-4366-BC62-BFF761A824C1}" type="pres">
      <dgm:prSet presAssocID="{9B513292-F6E6-467B-80A7-7A001D7B2C5D}" presName="spacer" presStyleCnt="0"/>
      <dgm:spPr/>
    </dgm:pt>
    <dgm:pt modelId="{F1CD9C8D-A3B4-4620-BD95-3CE1FAEC0076}" type="pres">
      <dgm:prSet presAssocID="{37D2F973-5720-4091-881B-690D57D6CDE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803E01C-2D18-4921-8039-97E3D9097723}" type="presOf" srcId="{7FF606EE-DEAB-4BA6-BB1A-0958DC0A5A24}" destId="{EF4F8B3A-0DD0-41DF-8F1B-A46136BEF1A2}" srcOrd="0" destOrd="0" presId="urn:microsoft.com/office/officeart/2005/8/layout/vList2"/>
    <dgm:cxn modelId="{F2A5103E-D7D2-4FAC-80F7-2A9380C9CDF2}" type="presOf" srcId="{EDD9833D-07D8-46C5-8E04-931C17BDDA2E}" destId="{D771B36D-CB28-453E-A426-6B11A2FE4817}" srcOrd="0" destOrd="0" presId="urn:microsoft.com/office/officeart/2005/8/layout/vList2"/>
    <dgm:cxn modelId="{5D78D93E-80C9-49A5-8971-278FF50239C8}" type="presOf" srcId="{CFD3D63F-B1E8-49AD-A5F3-415291A249BA}" destId="{B8FF00BB-148F-4A26-BD7C-816C66561265}" srcOrd="0" destOrd="0" presId="urn:microsoft.com/office/officeart/2005/8/layout/vList2"/>
    <dgm:cxn modelId="{B2B48869-A2D8-4445-A92D-11019D53FBCD}" srcId="{446DE1EC-D0DB-4938-9BAD-C535BB5FD781}" destId="{7FF606EE-DEAB-4BA6-BB1A-0958DC0A5A24}" srcOrd="2" destOrd="0" parTransId="{14733DA9-E2D2-45A9-827A-9D5806C75FA3}" sibTransId="{9B513292-F6E6-467B-80A7-7A001D7B2C5D}"/>
    <dgm:cxn modelId="{FEF24F57-2DDE-4D1F-85B6-11A9D601212E}" srcId="{446DE1EC-D0DB-4938-9BAD-C535BB5FD781}" destId="{37D2F973-5720-4091-881B-690D57D6CDE1}" srcOrd="3" destOrd="0" parTransId="{672A8110-9FC2-49F0-9773-198117C4EF27}" sibTransId="{7E683EA5-BC58-46C0-BBEE-60F196668F6A}"/>
    <dgm:cxn modelId="{5372A37E-DBBF-4D1E-99E7-958989E471DF}" type="presOf" srcId="{37D2F973-5720-4091-881B-690D57D6CDE1}" destId="{F1CD9C8D-A3B4-4620-BD95-3CE1FAEC0076}" srcOrd="0" destOrd="0" presId="urn:microsoft.com/office/officeart/2005/8/layout/vList2"/>
    <dgm:cxn modelId="{5A622895-1271-404B-9808-3EEB8803581A}" srcId="{446DE1EC-D0DB-4938-9BAD-C535BB5FD781}" destId="{CFD3D63F-B1E8-49AD-A5F3-415291A249BA}" srcOrd="1" destOrd="0" parTransId="{2B2C61C7-763B-4AF0-BAFF-DA00AFCE5058}" sibTransId="{92179C44-BC68-45DA-9512-4AEFDD36555B}"/>
    <dgm:cxn modelId="{C3E401B2-1782-4FC5-B55E-1594A24A0C52}" type="presOf" srcId="{446DE1EC-D0DB-4938-9BAD-C535BB5FD781}" destId="{D505A400-4040-4EF5-A546-689FA6175C8D}" srcOrd="0" destOrd="0" presId="urn:microsoft.com/office/officeart/2005/8/layout/vList2"/>
    <dgm:cxn modelId="{A07BE1DE-5FD5-4C46-B838-CF3C5611478D}" srcId="{446DE1EC-D0DB-4938-9BAD-C535BB5FD781}" destId="{EDD9833D-07D8-46C5-8E04-931C17BDDA2E}" srcOrd="0" destOrd="0" parTransId="{11C88A01-4A40-4E1C-819E-21B4305683BC}" sibTransId="{3E9B4640-6DF0-4CC0-9805-231C7822CC5B}"/>
    <dgm:cxn modelId="{DF94571A-2F69-441D-AC8C-29341931494A}" type="presParOf" srcId="{D505A400-4040-4EF5-A546-689FA6175C8D}" destId="{D771B36D-CB28-453E-A426-6B11A2FE4817}" srcOrd="0" destOrd="0" presId="urn:microsoft.com/office/officeart/2005/8/layout/vList2"/>
    <dgm:cxn modelId="{DCAE67BA-048D-4542-8C72-8FDDFB5319F5}" type="presParOf" srcId="{D505A400-4040-4EF5-A546-689FA6175C8D}" destId="{82AD4B5C-66E0-469A-8C6B-C921EF787F36}" srcOrd="1" destOrd="0" presId="urn:microsoft.com/office/officeart/2005/8/layout/vList2"/>
    <dgm:cxn modelId="{CA0077AF-7408-4818-B44B-FBCB67B18A7C}" type="presParOf" srcId="{D505A400-4040-4EF5-A546-689FA6175C8D}" destId="{B8FF00BB-148F-4A26-BD7C-816C66561265}" srcOrd="2" destOrd="0" presId="urn:microsoft.com/office/officeart/2005/8/layout/vList2"/>
    <dgm:cxn modelId="{AB070512-762C-4B63-8017-6BA05D91CF82}" type="presParOf" srcId="{D505A400-4040-4EF5-A546-689FA6175C8D}" destId="{CFD28828-66DB-4F40-8EEF-629CF1A1B664}" srcOrd="3" destOrd="0" presId="urn:microsoft.com/office/officeart/2005/8/layout/vList2"/>
    <dgm:cxn modelId="{E6748305-B787-41E0-AE3D-1B30A10F9660}" type="presParOf" srcId="{D505A400-4040-4EF5-A546-689FA6175C8D}" destId="{EF4F8B3A-0DD0-41DF-8F1B-A46136BEF1A2}" srcOrd="4" destOrd="0" presId="urn:microsoft.com/office/officeart/2005/8/layout/vList2"/>
    <dgm:cxn modelId="{0C60E1BD-74F7-4E61-992C-236785C1D175}" type="presParOf" srcId="{D505A400-4040-4EF5-A546-689FA6175C8D}" destId="{DC5028ED-A0FC-4366-BC62-BFF761A824C1}" srcOrd="5" destOrd="0" presId="urn:microsoft.com/office/officeart/2005/8/layout/vList2"/>
    <dgm:cxn modelId="{1646A057-2102-4017-9A86-B34776772172}" type="presParOf" srcId="{D505A400-4040-4EF5-A546-689FA6175C8D}" destId="{F1CD9C8D-A3B4-4620-BD95-3CE1FAEC007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D77508-8E6A-48F5-989E-FF87498556A9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DCC312F-2E0B-4855-8440-CBA94A720688}">
      <dgm:prSet/>
      <dgm:spPr/>
      <dgm:t>
        <a:bodyPr/>
        <a:lstStyle/>
        <a:p>
          <a:r>
            <a:rPr lang="en-US"/>
            <a:t>Macro-Task Prioritization: Altering WHO the robot serves first, not just collision avoidance.</a:t>
          </a:r>
        </a:p>
      </dgm:t>
    </dgm:pt>
    <dgm:pt modelId="{5D031075-EC38-49AA-A686-57176259FAE2}" type="parTrans" cxnId="{3DE7DD66-3830-41CC-9701-EC49D164B09D}">
      <dgm:prSet/>
      <dgm:spPr/>
      <dgm:t>
        <a:bodyPr/>
        <a:lstStyle/>
        <a:p>
          <a:endParaRPr lang="en-US"/>
        </a:p>
      </dgm:t>
    </dgm:pt>
    <dgm:pt modelId="{33F4E902-D3E7-486F-AB24-0A0674BADB15}" type="sibTrans" cxnId="{3DE7DD66-3830-41CC-9701-EC49D164B09D}">
      <dgm:prSet/>
      <dgm:spPr/>
      <dgm:t>
        <a:bodyPr/>
        <a:lstStyle/>
        <a:p>
          <a:endParaRPr lang="en-US"/>
        </a:p>
      </dgm:t>
    </dgm:pt>
    <dgm:pt modelId="{06CA5E2F-056D-46E7-8808-5C92CC2ADA73}">
      <dgm:prSet/>
      <dgm:spPr/>
      <dgm:t>
        <a:bodyPr/>
        <a:lstStyle/>
        <a:p>
          <a:r>
            <a:rPr lang="en-US"/>
            <a:t>100% Offline Affective Computing Pipeline: Ensures zero-latency processing without internet dependency.</a:t>
          </a:r>
        </a:p>
      </dgm:t>
    </dgm:pt>
    <dgm:pt modelId="{BB43F43A-90EC-4B4A-8B55-58AE3487CE1F}" type="parTrans" cxnId="{390F40EE-D25F-4139-8907-6FAB1844F23D}">
      <dgm:prSet/>
      <dgm:spPr/>
      <dgm:t>
        <a:bodyPr/>
        <a:lstStyle/>
        <a:p>
          <a:endParaRPr lang="en-US"/>
        </a:p>
      </dgm:t>
    </dgm:pt>
    <dgm:pt modelId="{7918C392-026A-4920-9F61-F891AA370ADE}" type="sibTrans" cxnId="{390F40EE-D25F-4139-8907-6FAB1844F23D}">
      <dgm:prSet/>
      <dgm:spPr/>
      <dgm:t>
        <a:bodyPr/>
        <a:lstStyle/>
        <a:p>
          <a:endParaRPr lang="en-US"/>
        </a:p>
      </dgm:t>
    </dgm:pt>
    <dgm:pt modelId="{C221923F-20A0-4899-8CBD-1D282CD46BDD}">
      <dgm:prSet/>
      <dgm:spPr/>
      <dgm:t>
        <a:bodyPr/>
        <a:lstStyle/>
        <a:p>
          <a:r>
            <a:rPr lang="en-US"/>
            <a:t>Dynamic A* Pathfinding: Explicitly overrides geographical efficiency for emotional urgency.</a:t>
          </a:r>
        </a:p>
      </dgm:t>
    </dgm:pt>
    <dgm:pt modelId="{15983DE5-A207-4EBE-A97B-499997FA8A1A}" type="parTrans" cxnId="{6C2E5405-1274-407D-A399-68B7A163A277}">
      <dgm:prSet/>
      <dgm:spPr/>
      <dgm:t>
        <a:bodyPr/>
        <a:lstStyle/>
        <a:p>
          <a:endParaRPr lang="en-US"/>
        </a:p>
      </dgm:t>
    </dgm:pt>
    <dgm:pt modelId="{D31FA5D6-5209-4508-8C37-FBCEF70D7F8F}" type="sibTrans" cxnId="{6C2E5405-1274-407D-A399-68B7A163A277}">
      <dgm:prSet/>
      <dgm:spPr/>
      <dgm:t>
        <a:bodyPr/>
        <a:lstStyle/>
        <a:p>
          <a:endParaRPr lang="en-US"/>
        </a:p>
      </dgm:t>
    </dgm:pt>
    <dgm:pt modelId="{BE722077-A532-46B8-9BD2-71B21D108689}" type="pres">
      <dgm:prSet presAssocID="{81D77508-8E6A-48F5-989E-FF87498556A9}" presName="Name0" presStyleCnt="0">
        <dgm:presLayoutVars>
          <dgm:dir/>
          <dgm:animLvl val="lvl"/>
          <dgm:resizeHandles val="exact"/>
        </dgm:presLayoutVars>
      </dgm:prSet>
      <dgm:spPr/>
    </dgm:pt>
    <dgm:pt modelId="{55A7D791-BB13-4626-938F-621E8CB7669E}" type="pres">
      <dgm:prSet presAssocID="{C221923F-20A0-4899-8CBD-1D282CD46BDD}" presName="boxAndChildren" presStyleCnt="0"/>
      <dgm:spPr/>
    </dgm:pt>
    <dgm:pt modelId="{232FB72B-A3E0-42F1-BEF4-DD5EB5DD8D52}" type="pres">
      <dgm:prSet presAssocID="{C221923F-20A0-4899-8CBD-1D282CD46BDD}" presName="parentTextBox" presStyleLbl="node1" presStyleIdx="0" presStyleCnt="3"/>
      <dgm:spPr/>
    </dgm:pt>
    <dgm:pt modelId="{F3E30FE1-A671-4946-A179-04C7BE876DA2}" type="pres">
      <dgm:prSet presAssocID="{7918C392-026A-4920-9F61-F891AA370ADE}" presName="sp" presStyleCnt="0"/>
      <dgm:spPr/>
    </dgm:pt>
    <dgm:pt modelId="{1FA17049-8FEE-46F5-8EBB-07C06573B22B}" type="pres">
      <dgm:prSet presAssocID="{06CA5E2F-056D-46E7-8808-5C92CC2ADA73}" presName="arrowAndChildren" presStyleCnt="0"/>
      <dgm:spPr/>
    </dgm:pt>
    <dgm:pt modelId="{8DB7A6EE-93A5-4856-B276-BC13FAB24D59}" type="pres">
      <dgm:prSet presAssocID="{06CA5E2F-056D-46E7-8808-5C92CC2ADA73}" presName="parentTextArrow" presStyleLbl="node1" presStyleIdx="1" presStyleCnt="3"/>
      <dgm:spPr/>
    </dgm:pt>
    <dgm:pt modelId="{4F985067-6DD5-4FC9-9A90-0C28A4715474}" type="pres">
      <dgm:prSet presAssocID="{33F4E902-D3E7-486F-AB24-0A0674BADB15}" presName="sp" presStyleCnt="0"/>
      <dgm:spPr/>
    </dgm:pt>
    <dgm:pt modelId="{851DCD74-4C96-4AAD-AB6A-3E4171C16687}" type="pres">
      <dgm:prSet presAssocID="{EDCC312F-2E0B-4855-8440-CBA94A720688}" presName="arrowAndChildren" presStyleCnt="0"/>
      <dgm:spPr/>
    </dgm:pt>
    <dgm:pt modelId="{61004763-2EED-45CA-8315-52BC9F814D69}" type="pres">
      <dgm:prSet presAssocID="{EDCC312F-2E0B-4855-8440-CBA94A720688}" presName="parentTextArrow" presStyleLbl="node1" presStyleIdx="2" presStyleCnt="3"/>
      <dgm:spPr/>
    </dgm:pt>
  </dgm:ptLst>
  <dgm:cxnLst>
    <dgm:cxn modelId="{6C2E5405-1274-407D-A399-68B7A163A277}" srcId="{81D77508-8E6A-48F5-989E-FF87498556A9}" destId="{C221923F-20A0-4899-8CBD-1D282CD46BDD}" srcOrd="2" destOrd="0" parTransId="{15983DE5-A207-4EBE-A97B-499997FA8A1A}" sibTransId="{D31FA5D6-5209-4508-8C37-FBCEF70D7F8F}"/>
    <dgm:cxn modelId="{62B4FC10-ADA0-4CC1-9288-D17DE9F7B928}" type="presOf" srcId="{EDCC312F-2E0B-4855-8440-CBA94A720688}" destId="{61004763-2EED-45CA-8315-52BC9F814D69}" srcOrd="0" destOrd="0" presId="urn:microsoft.com/office/officeart/2005/8/layout/process4"/>
    <dgm:cxn modelId="{08754B33-A9E2-455E-8984-70AC4946C424}" type="presOf" srcId="{06CA5E2F-056D-46E7-8808-5C92CC2ADA73}" destId="{8DB7A6EE-93A5-4856-B276-BC13FAB24D59}" srcOrd="0" destOrd="0" presId="urn:microsoft.com/office/officeart/2005/8/layout/process4"/>
    <dgm:cxn modelId="{3DE7DD66-3830-41CC-9701-EC49D164B09D}" srcId="{81D77508-8E6A-48F5-989E-FF87498556A9}" destId="{EDCC312F-2E0B-4855-8440-CBA94A720688}" srcOrd="0" destOrd="0" parTransId="{5D031075-EC38-49AA-A686-57176259FAE2}" sibTransId="{33F4E902-D3E7-486F-AB24-0A0674BADB15}"/>
    <dgm:cxn modelId="{6C6B78B6-D764-4A56-8A5E-CF9308295CC0}" type="presOf" srcId="{C221923F-20A0-4899-8CBD-1D282CD46BDD}" destId="{232FB72B-A3E0-42F1-BEF4-DD5EB5DD8D52}" srcOrd="0" destOrd="0" presId="urn:microsoft.com/office/officeart/2005/8/layout/process4"/>
    <dgm:cxn modelId="{5F35BBE1-3146-485F-9E7F-0868DF6341DC}" type="presOf" srcId="{81D77508-8E6A-48F5-989E-FF87498556A9}" destId="{BE722077-A532-46B8-9BD2-71B21D108689}" srcOrd="0" destOrd="0" presId="urn:microsoft.com/office/officeart/2005/8/layout/process4"/>
    <dgm:cxn modelId="{390F40EE-D25F-4139-8907-6FAB1844F23D}" srcId="{81D77508-8E6A-48F5-989E-FF87498556A9}" destId="{06CA5E2F-056D-46E7-8808-5C92CC2ADA73}" srcOrd="1" destOrd="0" parTransId="{BB43F43A-90EC-4B4A-8B55-58AE3487CE1F}" sibTransId="{7918C392-026A-4920-9F61-F891AA370ADE}"/>
    <dgm:cxn modelId="{405D2580-F7BB-47FD-93CE-02A640580248}" type="presParOf" srcId="{BE722077-A532-46B8-9BD2-71B21D108689}" destId="{55A7D791-BB13-4626-938F-621E8CB7669E}" srcOrd="0" destOrd="0" presId="urn:microsoft.com/office/officeart/2005/8/layout/process4"/>
    <dgm:cxn modelId="{8446A83E-7282-40A3-A297-69F5B74BDE13}" type="presParOf" srcId="{55A7D791-BB13-4626-938F-621E8CB7669E}" destId="{232FB72B-A3E0-42F1-BEF4-DD5EB5DD8D52}" srcOrd="0" destOrd="0" presId="urn:microsoft.com/office/officeart/2005/8/layout/process4"/>
    <dgm:cxn modelId="{868DE8D8-BC6D-4509-8872-E3E9B2EB17CE}" type="presParOf" srcId="{BE722077-A532-46B8-9BD2-71B21D108689}" destId="{F3E30FE1-A671-4946-A179-04C7BE876DA2}" srcOrd="1" destOrd="0" presId="urn:microsoft.com/office/officeart/2005/8/layout/process4"/>
    <dgm:cxn modelId="{DB27C3FC-2186-4AC6-A8FD-2E596A78AFE2}" type="presParOf" srcId="{BE722077-A532-46B8-9BD2-71B21D108689}" destId="{1FA17049-8FEE-46F5-8EBB-07C06573B22B}" srcOrd="2" destOrd="0" presId="urn:microsoft.com/office/officeart/2005/8/layout/process4"/>
    <dgm:cxn modelId="{970C4F9C-B3E2-46AF-B0E8-3835391866ED}" type="presParOf" srcId="{1FA17049-8FEE-46F5-8EBB-07C06573B22B}" destId="{8DB7A6EE-93A5-4856-B276-BC13FAB24D59}" srcOrd="0" destOrd="0" presId="urn:microsoft.com/office/officeart/2005/8/layout/process4"/>
    <dgm:cxn modelId="{C228FE10-0DD6-4117-936D-82FE416075E2}" type="presParOf" srcId="{BE722077-A532-46B8-9BD2-71B21D108689}" destId="{4F985067-6DD5-4FC9-9A90-0C28A4715474}" srcOrd="3" destOrd="0" presId="urn:microsoft.com/office/officeart/2005/8/layout/process4"/>
    <dgm:cxn modelId="{2ACDB0F1-A27F-4C56-A73E-0B4D774CC738}" type="presParOf" srcId="{BE722077-A532-46B8-9BD2-71B21D108689}" destId="{851DCD74-4C96-4AAD-AB6A-3E4171C16687}" srcOrd="4" destOrd="0" presId="urn:microsoft.com/office/officeart/2005/8/layout/process4"/>
    <dgm:cxn modelId="{D88D9238-CC03-4340-AB1D-75AB28DDA9C8}" type="presParOf" srcId="{851DCD74-4C96-4AAD-AB6A-3E4171C16687}" destId="{61004763-2EED-45CA-8315-52BC9F814D6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D0F4CF-9E5B-48F6-9942-E3F85774083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39224FC-B3DC-419A-9EA3-3368B3D6C633}">
      <dgm:prSet/>
      <dgm:spPr/>
      <dgm:t>
        <a:bodyPr/>
        <a:lstStyle/>
        <a:p>
          <a:r>
            <a:rPr lang="en-US"/>
            <a:t>Modality 1 (Semantic): DistilBERT Text-Classification.</a:t>
          </a:r>
        </a:p>
      </dgm:t>
    </dgm:pt>
    <dgm:pt modelId="{12275664-C4A5-4EA1-BEA9-AC189FBB6305}" type="parTrans" cxnId="{A0B9F6CF-FBFF-45C9-91A5-4CCE2849C65F}">
      <dgm:prSet/>
      <dgm:spPr/>
      <dgm:t>
        <a:bodyPr/>
        <a:lstStyle/>
        <a:p>
          <a:endParaRPr lang="en-US"/>
        </a:p>
      </dgm:t>
    </dgm:pt>
    <dgm:pt modelId="{607BCEB4-D038-4F44-B7C3-607F181DB856}" type="sibTrans" cxnId="{A0B9F6CF-FBFF-45C9-91A5-4CCE2849C65F}">
      <dgm:prSet/>
      <dgm:spPr/>
      <dgm:t>
        <a:bodyPr/>
        <a:lstStyle/>
        <a:p>
          <a:endParaRPr lang="en-US"/>
        </a:p>
      </dgm:t>
    </dgm:pt>
    <dgm:pt modelId="{AAA9F6A2-6D22-42E1-89B5-E51D93AFC11E}">
      <dgm:prSet/>
      <dgm:spPr/>
      <dgm:t>
        <a:bodyPr/>
        <a:lstStyle/>
        <a:p>
          <a:r>
            <a:rPr lang="en-US"/>
            <a:t>- Maps 28 granular emotions into Positive/Neutral/Negative.</a:t>
          </a:r>
        </a:p>
      </dgm:t>
    </dgm:pt>
    <dgm:pt modelId="{B0B40759-C84E-4AC8-94EA-313FE44D36B7}" type="parTrans" cxnId="{7BF3E418-D3BA-46EA-8438-6DD7CCF4C22C}">
      <dgm:prSet/>
      <dgm:spPr/>
      <dgm:t>
        <a:bodyPr/>
        <a:lstStyle/>
        <a:p>
          <a:endParaRPr lang="en-US"/>
        </a:p>
      </dgm:t>
    </dgm:pt>
    <dgm:pt modelId="{1746004E-5541-4AA5-9785-33A7D0B9A264}" type="sibTrans" cxnId="{7BF3E418-D3BA-46EA-8438-6DD7CCF4C22C}">
      <dgm:prSet/>
      <dgm:spPr/>
      <dgm:t>
        <a:bodyPr/>
        <a:lstStyle/>
        <a:p>
          <a:endParaRPr lang="en-US"/>
        </a:p>
      </dgm:t>
    </dgm:pt>
    <dgm:pt modelId="{CEC25905-CDB5-4349-94ED-7C0AABFA4C01}">
      <dgm:prSet/>
      <dgm:spPr/>
      <dgm:t>
        <a:bodyPr/>
        <a:lstStyle/>
        <a:p>
          <a:r>
            <a:rPr lang="en-US"/>
            <a:t>Modality 2 (Acoustic): Wav2Vec2 Audio-Classification.</a:t>
          </a:r>
        </a:p>
      </dgm:t>
    </dgm:pt>
    <dgm:pt modelId="{C166A13B-7448-43CE-B7BB-C3926BBAC498}" type="parTrans" cxnId="{3F069246-F20C-4173-A7C3-A93893085B41}">
      <dgm:prSet/>
      <dgm:spPr/>
      <dgm:t>
        <a:bodyPr/>
        <a:lstStyle/>
        <a:p>
          <a:endParaRPr lang="en-US"/>
        </a:p>
      </dgm:t>
    </dgm:pt>
    <dgm:pt modelId="{B9422320-3C83-466E-A240-9A058C2B0AF3}" type="sibTrans" cxnId="{3F069246-F20C-4173-A7C3-A93893085B41}">
      <dgm:prSet/>
      <dgm:spPr/>
      <dgm:t>
        <a:bodyPr/>
        <a:lstStyle/>
        <a:p>
          <a:endParaRPr lang="en-US"/>
        </a:p>
      </dgm:t>
    </dgm:pt>
    <dgm:pt modelId="{0B889626-5F9E-41E9-A5AB-166E5E0503C1}">
      <dgm:prSet/>
      <dgm:spPr/>
      <dgm:t>
        <a:bodyPr/>
        <a:lstStyle/>
        <a:p>
          <a:r>
            <a:rPr lang="en-US"/>
            <a:t>- Analyzes raw soundwave frequencies for non-verbal tone.</a:t>
          </a:r>
        </a:p>
      </dgm:t>
    </dgm:pt>
    <dgm:pt modelId="{6A6E4866-7DD8-48E0-89BF-1EADF9B32441}" type="parTrans" cxnId="{75D1013A-DDDE-49AB-8A33-A1DCE5818E4A}">
      <dgm:prSet/>
      <dgm:spPr/>
      <dgm:t>
        <a:bodyPr/>
        <a:lstStyle/>
        <a:p>
          <a:endParaRPr lang="en-US"/>
        </a:p>
      </dgm:t>
    </dgm:pt>
    <dgm:pt modelId="{3DF1F514-068E-4545-82B2-B4A5217E48AE}" type="sibTrans" cxnId="{75D1013A-DDDE-49AB-8A33-A1DCE5818E4A}">
      <dgm:prSet/>
      <dgm:spPr/>
      <dgm:t>
        <a:bodyPr/>
        <a:lstStyle/>
        <a:p>
          <a:endParaRPr lang="en-US"/>
        </a:p>
      </dgm:t>
    </dgm:pt>
    <dgm:pt modelId="{F806184F-D8F5-4BAB-85C1-A5F4C9E1A77A}">
      <dgm:prSet/>
      <dgm:spPr/>
      <dgm:t>
        <a:bodyPr/>
        <a:lstStyle/>
        <a:p>
          <a:r>
            <a:rPr lang="en-US"/>
            <a:t>Why two modalities? Cross-referencing prevents false positives (e.g., sarcasm or polite words with angry tone).</a:t>
          </a:r>
        </a:p>
      </dgm:t>
    </dgm:pt>
    <dgm:pt modelId="{52DA1E10-A4E7-4BAD-A6FE-E7526CC831BC}" type="parTrans" cxnId="{6FF51B7B-0AB6-425B-B4BF-72CE30DBC161}">
      <dgm:prSet/>
      <dgm:spPr/>
      <dgm:t>
        <a:bodyPr/>
        <a:lstStyle/>
        <a:p>
          <a:endParaRPr lang="en-US"/>
        </a:p>
      </dgm:t>
    </dgm:pt>
    <dgm:pt modelId="{A0428421-78CA-461D-A11D-98E3ED31B71F}" type="sibTrans" cxnId="{6FF51B7B-0AB6-425B-B4BF-72CE30DBC161}">
      <dgm:prSet/>
      <dgm:spPr/>
      <dgm:t>
        <a:bodyPr/>
        <a:lstStyle/>
        <a:p>
          <a:endParaRPr lang="en-US"/>
        </a:p>
      </dgm:t>
    </dgm:pt>
    <dgm:pt modelId="{847E9D18-A2E9-441C-A618-40AC4861491C}" type="pres">
      <dgm:prSet presAssocID="{8AD0F4CF-9E5B-48F6-9942-E3F857740832}" presName="linear" presStyleCnt="0">
        <dgm:presLayoutVars>
          <dgm:animLvl val="lvl"/>
          <dgm:resizeHandles val="exact"/>
        </dgm:presLayoutVars>
      </dgm:prSet>
      <dgm:spPr/>
    </dgm:pt>
    <dgm:pt modelId="{FAE55ACE-C7C4-4965-9D0A-273BD6C9F495}" type="pres">
      <dgm:prSet presAssocID="{A39224FC-B3DC-419A-9EA3-3368B3D6C63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86E0AB6-EEA3-411E-946F-206E2AC02819}" type="pres">
      <dgm:prSet presAssocID="{A39224FC-B3DC-419A-9EA3-3368B3D6C633}" presName="childText" presStyleLbl="revTx" presStyleIdx="0" presStyleCnt="2">
        <dgm:presLayoutVars>
          <dgm:bulletEnabled val="1"/>
        </dgm:presLayoutVars>
      </dgm:prSet>
      <dgm:spPr/>
    </dgm:pt>
    <dgm:pt modelId="{FE277B44-F7CA-42AF-A091-BA293594052F}" type="pres">
      <dgm:prSet presAssocID="{CEC25905-CDB5-4349-94ED-7C0AABFA4C0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4044C1-898F-4BF5-8B65-D385FCEF8366}" type="pres">
      <dgm:prSet presAssocID="{CEC25905-CDB5-4349-94ED-7C0AABFA4C01}" presName="childText" presStyleLbl="revTx" presStyleIdx="1" presStyleCnt="2">
        <dgm:presLayoutVars>
          <dgm:bulletEnabled val="1"/>
        </dgm:presLayoutVars>
      </dgm:prSet>
      <dgm:spPr/>
    </dgm:pt>
    <dgm:pt modelId="{C6D83255-6898-4498-B82E-232121BF98B5}" type="pres">
      <dgm:prSet presAssocID="{F806184F-D8F5-4BAB-85C1-A5F4C9E1A77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BF3E418-D3BA-46EA-8438-6DD7CCF4C22C}" srcId="{A39224FC-B3DC-419A-9EA3-3368B3D6C633}" destId="{AAA9F6A2-6D22-42E1-89B5-E51D93AFC11E}" srcOrd="0" destOrd="0" parTransId="{B0B40759-C84E-4AC8-94EA-313FE44D36B7}" sibTransId="{1746004E-5541-4AA5-9785-33A7D0B9A264}"/>
    <dgm:cxn modelId="{63AFE239-1118-477B-BBE9-05D9E646BC42}" type="presOf" srcId="{A39224FC-B3DC-419A-9EA3-3368B3D6C633}" destId="{FAE55ACE-C7C4-4965-9D0A-273BD6C9F495}" srcOrd="0" destOrd="0" presId="urn:microsoft.com/office/officeart/2005/8/layout/vList2"/>
    <dgm:cxn modelId="{75D1013A-DDDE-49AB-8A33-A1DCE5818E4A}" srcId="{CEC25905-CDB5-4349-94ED-7C0AABFA4C01}" destId="{0B889626-5F9E-41E9-A5AB-166E5E0503C1}" srcOrd="0" destOrd="0" parTransId="{6A6E4866-7DD8-48E0-89BF-1EADF9B32441}" sibTransId="{3DF1F514-068E-4545-82B2-B4A5217E48AE}"/>
    <dgm:cxn modelId="{9D99BF3E-DEB3-4516-B508-BEABFE7C03ED}" type="presOf" srcId="{F806184F-D8F5-4BAB-85C1-A5F4C9E1A77A}" destId="{C6D83255-6898-4498-B82E-232121BF98B5}" srcOrd="0" destOrd="0" presId="urn:microsoft.com/office/officeart/2005/8/layout/vList2"/>
    <dgm:cxn modelId="{82999360-A9DB-45BE-A669-37ED2C22736D}" type="presOf" srcId="{AAA9F6A2-6D22-42E1-89B5-E51D93AFC11E}" destId="{586E0AB6-EEA3-411E-946F-206E2AC02819}" srcOrd="0" destOrd="0" presId="urn:microsoft.com/office/officeart/2005/8/layout/vList2"/>
    <dgm:cxn modelId="{3F069246-F20C-4173-A7C3-A93893085B41}" srcId="{8AD0F4CF-9E5B-48F6-9942-E3F857740832}" destId="{CEC25905-CDB5-4349-94ED-7C0AABFA4C01}" srcOrd="1" destOrd="0" parTransId="{C166A13B-7448-43CE-B7BB-C3926BBAC498}" sibTransId="{B9422320-3C83-466E-A240-9A058C2B0AF3}"/>
    <dgm:cxn modelId="{6FF51B7B-0AB6-425B-B4BF-72CE30DBC161}" srcId="{8AD0F4CF-9E5B-48F6-9942-E3F857740832}" destId="{F806184F-D8F5-4BAB-85C1-A5F4C9E1A77A}" srcOrd="2" destOrd="0" parTransId="{52DA1E10-A4E7-4BAD-A6FE-E7526CC831BC}" sibTransId="{A0428421-78CA-461D-A11D-98E3ED31B71F}"/>
    <dgm:cxn modelId="{344A0D88-9256-4DAD-A9D1-96EB388383B6}" type="presOf" srcId="{0B889626-5F9E-41E9-A5AB-166E5E0503C1}" destId="{084044C1-898F-4BF5-8B65-D385FCEF8366}" srcOrd="0" destOrd="0" presId="urn:microsoft.com/office/officeart/2005/8/layout/vList2"/>
    <dgm:cxn modelId="{558FB7BD-009C-41E0-BAD6-573EB795253E}" type="presOf" srcId="{8AD0F4CF-9E5B-48F6-9942-E3F857740832}" destId="{847E9D18-A2E9-441C-A618-40AC4861491C}" srcOrd="0" destOrd="0" presId="urn:microsoft.com/office/officeart/2005/8/layout/vList2"/>
    <dgm:cxn modelId="{A0B9F6CF-FBFF-45C9-91A5-4CCE2849C65F}" srcId="{8AD0F4CF-9E5B-48F6-9942-E3F857740832}" destId="{A39224FC-B3DC-419A-9EA3-3368B3D6C633}" srcOrd="0" destOrd="0" parTransId="{12275664-C4A5-4EA1-BEA9-AC189FBB6305}" sibTransId="{607BCEB4-D038-4F44-B7C3-607F181DB856}"/>
    <dgm:cxn modelId="{28BB68D5-7948-478F-9237-21862BDF5707}" type="presOf" srcId="{CEC25905-CDB5-4349-94ED-7C0AABFA4C01}" destId="{FE277B44-F7CA-42AF-A091-BA293594052F}" srcOrd="0" destOrd="0" presId="urn:microsoft.com/office/officeart/2005/8/layout/vList2"/>
    <dgm:cxn modelId="{E483933F-FFCD-44C4-A702-EC3D3EDC4217}" type="presParOf" srcId="{847E9D18-A2E9-441C-A618-40AC4861491C}" destId="{FAE55ACE-C7C4-4965-9D0A-273BD6C9F495}" srcOrd="0" destOrd="0" presId="urn:microsoft.com/office/officeart/2005/8/layout/vList2"/>
    <dgm:cxn modelId="{B4E79CD0-C523-44AD-9327-478F313B9AA6}" type="presParOf" srcId="{847E9D18-A2E9-441C-A618-40AC4861491C}" destId="{586E0AB6-EEA3-411E-946F-206E2AC02819}" srcOrd="1" destOrd="0" presId="urn:microsoft.com/office/officeart/2005/8/layout/vList2"/>
    <dgm:cxn modelId="{1AB9AB12-EEE4-49F2-B452-58639A971AFB}" type="presParOf" srcId="{847E9D18-A2E9-441C-A618-40AC4861491C}" destId="{FE277B44-F7CA-42AF-A091-BA293594052F}" srcOrd="2" destOrd="0" presId="urn:microsoft.com/office/officeart/2005/8/layout/vList2"/>
    <dgm:cxn modelId="{FBCDCC94-5861-4263-9BD8-77D4AFBA7733}" type="presParOf" srcId="{847E9D18-A2E9-441C-A618-40AC4861491C}" destId="{084044C1-898F-4BF5-8B65-D385FCEF8366}" srcOrd="3" destOrd="0" presId="urn:microsoft.com/office/officeart/2005/8/layout/vList2"/>
    <dgm:cxn modelId="{385ED281-2B7E-4E65-A053-D4C613372F6B}" type="presParOf" srcId="{847E9D18-A2E9-441C-A618-40AC4861491C}" destId="{C6D83255-6898-4498-B82E-232121BF98B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A7BFD6B-FB54-40BB-98C6-ED7C93BED55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7BA0C44-5C84-4FAB-8E42-46DC39402689}">
      <dgm:prSet/>
      <dgm:spPr/>
      <dgm:t>
        <a:bodyPr/>
        <a:lstStyle/>
        <a:p>
          <a:r>
            <a:rPr lang="en-US"/>
            <a:t>State 1: Initialization (9 tables, random wait times assigned).</a:t>
          </a:r>
        </a:p>
      </dgm:t>
    </dgm:pt>
    <dgm:pt modelId="{41B6718D-F9E0-4A58-99DD-17CCB0F9A757}" type="parTrans" cxnId="{B9D8CAC8-8DE9-48E6-B97F-8445C1DC931E}">
      <dgm:prSet/>
      <dgm:spPr/>
      <dgm:t>
        <a:bodyPr/>
        <a:lstStyle/>
        <a:p>
          <a:endParaRPr lang="en-US"/>
        </a:p>
      </dgm:t>
    </dgm:pt>
    <dgm:pt modelId="{096477D7-CF57-4247-B5C1-F18C9217CFAD}" type="sibTrans" cxnId="{B9D8CAC8-8DE9-48E6-B97F-8445C1DC931E}">
      <dgm:prSet/>
      <dgm:spPr/>
      <dgm:t>
        <a:bodyPr/>
        <a:lstStyle/>
        <a:p>
          <a:endParaRPr lang="en-US"/>
        </a:p>
      </dgm:t>
    </dgm:pt>
    <dgm:pt modelId="{CAE6436E-4FFF-4ED8-BE02-E94EDCC0F508}">
      <dgm:prSet/>
      <dgm:spPr/>
      <dgm:t>
        <a:bodyPr/>
        <a:lstStyle/>
        <a:p>
          <a:r>
            <a:rPr lang="en-US"/>
            <a:t>State 2: Perception Patrol (Robot listens to audio, tables change color).</a:t>
          </a:r>
        </a:p>
      </dgm:t>
    </dgm:pt>
    <dgm:pt modelId="{B379D001-056D-4C83-A6E1-8AF1DC5AB048}" type="parTrans" cxnId="{D6E05142-193D-44AD-886F-E58F02E659EE}">
      <dgm:prSet/>
      <dgm:spPr/>
      <dgm:t>
        <a:bodyPr/>
        <a:lstStyle/>
        <a:p>
          <a:endParaRPr lang="en-US"/>
        </a:p>
      </dgm:t>
    </dgm:pt>
    <dgm:pt modelId="{F04A087A-AD1C-4270-A2ED-CB17AA3CEE22}" type="sibTrans" cxnId="{D6E05142-193D-44AD-886F-E58F02E659EE}">
      <dgm:prSet/>
      <dgm:spPr/>
      <dgm:t>
        <a:bodyPr/>
        <a:lstStyle/>
        <a:p>
          <a:endParaRPr lang="en-US"/>
        </a:p>
      </dgm:t>
    </dgm:pt>
    <dgm:pt modelId="{EAA9DFBC-29C2-4319-B044-348B20794984}">
      <dgm:prSet/>
      <dgm:spPr/>
      <dgm:t>
        <a:bodyPr/>
        <a:lstStyle/>
        <a:p>
          <a:r>
            <a:rPr lang="en-US"/>
            <a:t>State 3: Kitchen Interrupt (Orders are flagged as ready).</a:t>
          </a:r>
        </a:p>
      </dgm:t>
    </dgm:pt>
    <dgm:pt modelId="{C2217A69-D8C3-44AF-9B50-B3EEEFE72BF4}" type="parTrans" cxnId="{47A71E58-25A6-4E17-A08E-BBC093E38824}">
      <dgm:prSet/>
      <dgm:spPr/>
      <dgm:t>
        <a:bodyPr/>
        <a:lstStyle/>
        <a:p>
          <a:endParaRPr lang="en-US"/>
        </a:p>
      </dgm:t>
    </dgm:pt>
    <dgm:pt modelId="{4DEFB23E-7E9A-4A46-AFDE-9329EBBD04A7}" type="sibTrans" cxnId="{47A71E58-25A6-4E17-A08E-BBC093E38824}">
      <dgm:prSet/>
      <dgm:spPr/>
      <dgm:t>
        <a:bodyPr/>
        <a:lstStyle/>
        <a:p>
          <a:endParaRPr lang="en-US"/>
        </a:p>
      </dgm:t>
    </dgm:pt>
    <dgm:pt modelId="{3ADFF7B8-E2CE-4115-AB9B-4E26B99D549E}">
      <dgm:prSet/>
      <dgm:spPr/>
      <dgm:t>
        <a:bodyPr/>
        <a:lstStyle/>
        <a:p>
          <a:r>
            <a:rPr lang="en-US"/>
            <a:t>State 4: Priority Brain (Calculate the 1-9 priority scores).</a:t>
          </a:r>
        </a:p>
      </dgm:t>
    </dgm:pt>
    <dgm:pt modelId="{ADC27243-B816-4955-B7B9-F864E9E47D20}" type="parTrans" cxnId="{159DF780-84E5-4336-8A05-F2CD7EBB09B2}">
      <dgm:prSet/>
      <dgm:spPr/>
      <dgm:t>
        <a:bodyPr/>
        <a:lstStyle/>
        <a:p>
          <a:endParaRPr lang="en-US"/>
        </a:p>
      </dgm:t>
    </dgm:pt>
    <dgm:pt modelId="{3BED1DDA-A98C-4E1D-A1C0-6E8F0F9443D0}" type="sibTrans" cxnId="{159DF780-84E5-4336-8A05-F2CD7EBB09B2}">
      <dgm:prSet/>
      <dgm:spPr/>
      <dgm:t>
        <a:bodyPr/>
        <a:lstStyle/>
        <a:p>
          <a:endParaRPr lang="en-US"/>
        </a:p>
      </dgm:t>
    </dgm:pt>
    <dgm:pt modelId="{70FCDD4D-0CBB-4535-BD47-40D87C4439AA}">
      <dgm:prSet/>
      <dgm:spPr/>
      <dgm:t>
        <a:bodyPr/>
        <a:lstStyle/>
        <a:p>
          <a:r>
            <a:rPr lang="en-US"/>
            <a:t>State 5: Execution (A* Pathfinding delivery in strict priority order).</a:t>
          </a:r>
        </a:p>
      </dgm:t>
    </dgm:pt>
    <dgm:pt modelId="{CF42E299-8314-47B1-8552-35F6AD4973E3}" type="parTrans" cxnId="{72B7DC15-2D83-4E49-BB22-4126931096E4}">
      <dgm:prSet/>
      <dgm:spPr/>
      <dgm:t>
        <a:bodyPr/>
        <a:lstStyle/>
        <a:p>
          <a:endParaRPr lang="en-US"/>
        </a:p>
      </dgm:t>
    </dgm:pt>
    <dgm:pt modelId="{FDAF9F12-FC7B-48AE-9EFD-084EBD6CDC44}" type="sibTrans" cxnId="{72B7DC15-2D83-4E49-BB22-4126931096E4}">
      <dgm:prSet/>
      <dgm:spPr/>
      <dgm:t>
        <a:bodyPr/>
        <a:lstStyle/>
        <a:p>
          <a:endParaRPr lang="en-US"/>
        </a:p>
      </dgm:t>
    </dgm:pt>
    <dgm:pt modelId="{13BB643F-772C-4D1E-987D-7FBE50C5578A}" type="pres">
      <dgm:prSet presAssocID="{DA7BFD6B-FB54-40BB-98C6-ED7C93BED551}" presName="diagram" presStyleCnt="0">
        <dgm:presLayoutVars>
          <dgm:dir/>
          <dgm:resizeHandles val="exact"/>
        </dgm:presLayoutVars>
      </dgm:prSet>
      <dgm:spPr/>
    </dgm:pt>
    <dgm:pt modelId="{5F14F542-A2B6-49D8-B4C5-EEE0BFCB334C}" type="pres">
      <dgm:prSet presAssocID="{A7BA0C44-5C84-4FAB-8E42-46DC39402689}" presName="node" presStyleLbl="node1" presStyleIdx="0" presStyleCnt="5">
        <dgm:presLayoutVars>
          <dgm:bulletEnabled val="1"/>
        </dgm:presLayoutVars>
      </dgm:prSet>
      <dgm:spPr/>
    </dgm:pt>
    <dgm:pt modelId="{80D3B605-AB42-4203-8B04-0C4A2F8CD5E7}" type="pres">
      <dgm:prSet presAssocID="{096477D7-CF57-4247-B5C1-F18C9217CFAD}" presName="sibTrans" presStyleCnt="0"/>
      <dgm:spPr/>
    </dgm:pt>
    <dgm:pt modelId="{EA849AB9-3571-4620-B15D-9BA255352D04}" type="pres">
      <dgm:prSet presAssocID="{CAE6436E-4FFF-4ED8-BE02-E94EDCC0F508}" presName="node" presStyleLbl="node1" presStyleIdx="1" presStyleCnt="5">
        <dgm:presLayoutVars>
          <dgm:bulletEnabled val="1"/>
        </dgm:presLayoutVars>
      </dgm:prSet>
      <dgm:spPr/>
    </dgm:pt>
    <dgm:pt modelId="{CD0DBBE9-AFC7-4998-8835-C3B5822A0559}" type="pres">
      <dgm:prSet presAssocID="{F04A087A-AD1C-4270-A2ED-CB17AA3CEE22}" presName="sibTrans" presStyleCnt="0"/>
      <dgm:spPr/>
    </dgm:pt>
    <dgm:pt modelId="{14CF32ED-9120-46DE-BE3F-F670D8E60D16}" type="pres">
      <dgm:prSet presAssocID="{EAA9DFBC-29C2-4319-B044-348B20794984}" presName="node" presStyleLbl="node1" presStyleIdx="2" presStyleCnt="5">
        <dgm:presLayoutVars>
          <dgm:bulletEnabled val="1"/>
        </dgm:presLayoutVars>
      </dgm:prSet>
      <dgm:spPr/>
    </dgm:pt>
    <dgm:pt modelId="{636427F6-BCA6-413C-8CAE-5AE781439707}" type="pres">
      <dgm:prSet presAssocID="{4DEFB23E-7E9A-4A46-AFDE-9329EBBD04A7}" presName="sibTrans" presStyleCnt="0"/>
      <dgm:spPr/>
    </dgm:pt>
    <dgm:pt modelId="{317D4B34-0B08-4EE1-BA0C-0D277638690F}" type="pres">
      <dgm:prSet presAssocID="{3ADFF7B8-E2CE-4115-AB9B-4E26B99D549E}" presName="node" presStyleLbl="node1" presStyleIdx="3" presStyleCnt="5">
        <dgm:presLayoutVars>
          <dgm:bulletEnabled val="1"/>
        </dgm:presLayoutVars>
      </dgm:prSet>
      <dgm:spPr/>
    </dgm:pt>
    <dgm:pt modelId="{4C1C5421-0629-47BF-A79F-8B41852B8CDA}" type="pres">
      <dgm:prSet presAssocID="{3BED1DDA-A98C-4E1D-A1C0-6E8F0F9443D0}" presName="sibTrans" presStyleCnt="0"/>
      <dgm:spPr/>
    </dgm:pt>
    <dgm:pt modelId="{6E9CB4BE-C99D-467C-829E-BF04EBF0F238}" type="pres">
      <dgm:prSet presAssocID="{70FCDD4D-0CBB-4535-BD47-40D87C4439AA}" presName="node" presStyleLbl="node1" presStyleIdx="4" presStyleCnt="5">
        <dgm:presLayoutVars>
          <dgm:bulletEnabled val="1"/>
        </dgm:presLayoutVars>
      </dgm:prSet>
      <dgm:spPr/>
    </dgm:pt>
  </dgm:ptLst>
  <dgm:cxnLst>
    <dgm:cxn modelId="{72B7DC15-2D83-4E49-BB22-4126931096E4}" srcId="{DA7BFD6B-FB54-40BB-98C6-ED7C93BED551}" destId="{70FCDD4D-0CBB-4535-BD47-40D87C4439AA}" srcOrd="4" destOrd="0" parTransId="{CF42E299-8314-47B1-8552-35F6AD4973E3}" sibTransId="{FDAF9F12-FC7B-48AE-9EFD-084EBD6CDC44}"/>
    <dgm:cxn modelId="{B99B4A3D-BFF9-4343-844F-1A472986A55B}" type="presOf" srcId="{A7BA0C44-5C84-4FAB-8E42-46DC39402689}" destId="{5F14F542-A2B6-49D8-B4C5-EEE0BFCB334C}" srcOrd="0" destOrd="0" presId="urn:microsoft.com/office/officeart/2005/8/layout/default"/>
    <dgm:cxn modelId="{D6E05142-193D-44AD-886F-E58F02E659EE}" srcId="{DA7BFD6B-FB54-40BB-98C6-ED7C93BED551}" destId="{CAE6436E-4FFF-4ED8-BE02-E94EDCC0F508}" srcOrd="1" destOrd="0" parTransId="{B379D001-056D-4C83-A6E1-8AF1DC5AB048}" sibTransId="{F04A087A-AD1C-4270-A2ED-CB17AA3CEE22}"/>
    <dgm:cxn modelId="{CC5A9566-C6F1-4E02-931E-366A72253CA5}" type="presOf" srcId="{CAE6436E-4FFF-4ED8-BE02-E94EDCC0F508}" destId="{EA849AB9-3571-4620-B15D-9BA255352D04}" srcOrd="0" destOrd="0" presId="urn:microsoft.com/office/officeart/2005/8/layout/default"/>
    <dgm:cxn modelId="{669DDF47-DC15-4568-8A79-B3BBF26E5BC2}" type="presOf" srcId="{EAA9DFBC-29C2-4319-B044-348B20794984}" destId="{14CF32ED-9120-46DE-BE3F-F670D8E60D16}" srcOrd="0" destOrd="0" presId="urn:microsoft.com/office/officeart/2005/8/layout/default"/>
    <dgm:cxn modelId="{47A71E58-25A6-4E17-A08E-BBC093E38824}" srcId="{DA7BFD6B-FB54-40BB-98C6-ED7C93BED551}" destId="{EAA9DFBC-29C2-4319-B044-348B20794984}" srcOrd="2" destOrd="0" parTransId="{C2217A69-D8C3-44AF-9B50-B3EEEFE72BF4}" sibTransId="{4DEFB23E-7E9A-4A46-AFDE-9329EBBD04A7}"/>
    <dgm:cxn modelId="{E643997D-BC77-4723-B8B2-88B44EC8503E}" type="presOf" srcId="{70FCDD4D-0CBB-4535-BD47-40D87C4439AA}" destId="{6E9CB4BE-C99D-467C-829E-BF04EBF0F238}" srcOrd="0" destOrd="0" presId="urn:microsoft.com/office/officeart/2005/8/layout/default"/>
    <dgm:cxn modelId="{159DF780-84E5-4336-8A05-F2CD7EBB09B2}" srcId="{DA7BFD6B-FB54-40BB-98C6-ED7C93BED551}" destId="{3ADFF7B8-E2CE-4115-AB9B-4E26B99D549E}" srcOrd="3" destOrd="0" parTransId="{ADC27243-B816-4955-B7B9-F864E9E47D20}" sibTransId="{3BED1DDA-A98C-4E1D-A1C0-6E8F0F9443D0}"/>
    <dgm:cxn modelId="{E2B853A9-6C18-4877-BAC1-7ACA9FD2C97E}" type="presOf" srcId="{3ADFF7B8-E2CE-4115-AB9B-4E26B99D549E}" destId="{317D4B34-0B08-4EE1-BA0C-0D277638690F}" srcOrd="0" destOrd="0" presId="urn:microsoft.com/office/officeart/2005/8/layout/default"/>
    <dgm:cxn modelId="{B9D8CAC8-8DE9-48E6-B97F-8445C1DC931E}" srcId="{DA7BFD6B-FB54-40BB-98C6-ED7C93BED551}" destId="{A7BA0C44-5C84-4FAB-8E42-46DC39402689}" srcOrd="0" destOrd="0" parTransId="{41B6718D-F9E0-4A58-99DD-17CCB0F9A757}" sibTransId="{096477D7-CF57-4247-B5C1-F18C9217CFAD}"/>
    <dgm:cxn modelId="{A76BAEF7-9A4C-48B4-81C8-161462474F34}" type="presOf" srcId="{DA7BFD6B-FB54-40BB-98C6-ED7C93BED551}" destId="{13BB643F-772C-4D1E-987D-7FBE50C5578A}" srcOrd="0" destOrd="0" presId="urn:microsoft.com/office/officeart/2005/8/layout/default"/>
    <dgm:cxn modelId="{EA070013-C659-4807-8F96-535F8CB5C38A}" type="presParOf" srcId="{13BB643F-772C-4D1E-987D-7FBE50C5578A}" destId="{5F14F542-A2B6-49D8-B4C5-EEE0BFCB334C}" srcOrd="0" destOrd="0" presId="urn:microsoft.com/office/officeart/2005/8/layout/default"/>
    <dgm:cxn modelId="{D4061BAF-4486-4D16-A941-9D7B3B9A36B8}" type="presParOf" srcId="{13BB643F-772C-4D1E-987D-7FBE50C5578A}" destId="{80D3B605-AB42-4203-8B04-0C4A2F8CD5E7}" srcOrd="1" destOrd="0" presId="urn:microsoft.com/office/officeart/2005/8/layout/default"/>
    <dgm:cxn modelId="{02C2BE1B-748A-4575-9B04-413C88817EEB}" type="presParOf" srcId="{13BB643F-772C-4D1E-987D-7FBE50C5578A}" destId="{EA849AB9-3571-4620-B15D-9BA255352D04}" srcOrd="2" destOrd="0" presId="urn:microsoft.com/office/officeart/2005/8/layout/default"/>
    <dgm:cxn modelId="{ED69A72F-77B9-49EE-B80F-157E10D927C9}" type="presParOf" srcId="{13BB643F-772C-4D1E-987D-7FBE50C5578A}" destId="{CD0DBBE9-AFC7-4998-8835-C3B5822A0559}" srcOrd="3" destOrd="0" presId="urn:microsoft.com/office/officeart/2005/8/layout/default"/>
    <dgm:cxn modelId="{8B7A554A-F1BE-4B07-B9C1-1EBA5B9FBF81}" type="presParOf" srcId="{13BB643F-772C-4D1E-987D-7FBE50C5578A}" destId="{14CF32ED-9120-46DE-BE3F-F670D8E60D16}" srcOrd="4" destOrd="0" presId="urn:microsoft.com/office/officeart/2005/8/layout/default"/>
    <dgm:cxn modelId="{8D44DC9F-5B66-4939-8E76-31B2FCA123B1}" type="presParOf" srcId="{13BB643F-772C-4D1E-987D-7FBE50C5578A}" destId="{636427F6-BCA6-413C-8CAE-5AE781439707}" srcOrd="5" destOrd="0" presId="urn:microsoft.com/office/officeart/2005/8/layout/default"/>
    <dgm:cxn modelId="{E1FA98E1-6FAB-4580-885C-F293DF4445C9}" type="presParOf" srcId="{13BB643F-772C-4D1E-987D-7FBE50C5578A}" destId="{317D4B34-0B08-4EE1-BA0C-0D277638690F}" srcOrd="6" destOrd="0" presId="urn:microsoft.com/office/officeart/2005/8/layout/default"/>
    <dgm:cxn modelId="{5C9CA3EB-9C9F-4B2E-A549-A8AADB085B7F}" type="presParOf" srcId="{13BB643F-772C-4D1E-987D-7FBE50C5578A}" destId="{4C1C5421-0629-47BF-A79F-8B41852B8CDA}" srcOrd="7" destOrd="0" presId="urn:microsoft.com/office/officeart/2005/8/layout/default"/>
    <dgm:cxn modelId="{C5765182-00B6-4F0F-AFB2-0F8049F96F59}" type="presParOf" srcId="{13BB643F-772C-4D1E-987D-7FBE50C5578A}" destId="{6E9CB4BE-C99D-467C-829E-BF04EBF0F238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E84831E-667F-4D08-8AFA-7103AEA4542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D802A60-7A9F-4F65-BF5A-112739E56A57}">
      <dgm:prSet/>
      <dgm:spPr/>
      <dgm:t>
        <a:bodyPr/>
        <a:lstStyle/>
        <a:p>
          <a:r>
            <a:rPr lang="en-US" dirty="0"/>
            <a:t>Terminal Output showing AI Tone &amp; Text breakdown</a:t>
          </a:r>
        </a:p>
      </dgm:t>
    </dgm:pt>
    <dgm:pt modelId="{0FF61A61-31A7-428E-9BA0-DF4B9F15A453}" type="parTrans" cxnId="{72BB083E-AB6C-45D6-A0C6-1250ABF8D8C5}">
      <dgm:prSet/>
      <dgm:spPr/>
      <dgm:t>
        <a:bodyPr/>
        <a:lstStyle/>
        <a:p>
          <a:endParaRPr lang="en-US"/>
        </a:p>
      </dgm:t>
    </dgm:pt>
    <dgm:pt modelId="{831C9AEE-30B2-4BAC-A679-5FE3E34E8D86}" type="sibTrans" cxnId="{72BB083E-AB6C-45D6-A0C6-1250ABF8D8C5}">
      <dgm:prSet/>
      <dgm:spPr/>
      <dgm:t>
        <a:bodyPr/>
        <a:lstStyle/>
        <a:p>
          <a:endParaRPr lang="en-US"/>
        </a:p>
      </dgm:t>
    </dgm:pt>
    <dgm:pt modelId="{1E4A4DD1-E338-4B30-8955-6D8631620D43}">
      <dgm:prSet/>
      <dgm:spPr/>
      <dgm:t>
        <a:bodyPr/>
        <a:lstStyle/>
        <a:p>
          <a:r>
            <a:rPr lang="en-US" dirty="0"/>
            <a:t>Matplotlib Grid showing robot path</a:t>
          </a:r>
        </a:p>
      </dgm:t>
    </dgm:pt>
    <dgm:pt modelId="{F4CDDEDD-9A3E-406F-A797-75C6BB28EFC5}" type="parTrans" cxnId="{065E7C10-4B60-4EB1-96E0-4F8803C8B647}">
      <dgm:prSet/>
      <dgm:spPr/>
      <dgm:t>
        <a:bodyPr/>
        <a:lstStyle/>
        <a:p>
          <a:endParaRPr lang="en-US"/>
        </a:p>
      </dgm:t>
    </dgm:pt>
    <dgm:pt modelId="{38100429-EE15-4C08-B31A-1BC2E835BD09}" type="sibTrans" cxnId="{065E7C10-4B60-4EB1-96E0-4F8803C8B647}">
      <dgm:prSet/>
      <dgm:spPr/>
      <dgm:t>
        <a:bodyPr/>
        <a:lstStyle/>
        <a:p>
          <a:endParaRPr lang="en-US"/>
        </a:p>
      </dgm:t>
    </dgm:pt>
    <dgm:pt modelId="{68327845-7F27-45CB-9E80-9DC833E18A68}">
      <dgm:prSet/>
      <dgm:spPr/>
      <dgm:t>
        <a:bodyPr/>
        <a:lstStyle/>
        <a:p>
          <a:r>
            <a:rPr lang="en-US"/>
            <a:t>Success: Matrix conservatively handled conflicts (e.g., Polite text + Angry tone = Neutral).</a:t>
          </a:r>
        </a:p>
      </dgm:t>
    </dgm:pt>
    <dgm:pt modelId="{C69CBBED-1085-4CD8-BE6E-64D0BEE1030B}" type="parTrans" cxnId="{7B3AB833-7DEC-4A9B-A899-7EA7EB3BC97D}">
      <dgm:prSet/>
      <dgm:spPr/>
      <dgm:t>
        <a:bodyPr/>
        <a:lstStyle/>
        <a:p>
          <a:endParaRPr lang="en-US"/>
        </a:p>
      </dgm:t>
    </dgm:pt>
    <dgm:pt modelId="{C0B8FA03-61EF-4B96-AA71-3149A1684E8D}" type="sibTrans" cxnId="{7B3AB833-7DEC-4A9B-A899-7EA7EB3BC97D}">
      <dgm:prSet/>
      <dgm:spPr/>
      <dgm:t>
        <a:bodyPr/>
        <a:lstStyle/>
        <a:p>
          <a:endParaRPr lang="en-US"/>
        </a:p>
      </dgm:t>
    </dgm:pt>
    <dgm:pt modelId="{255B5535-EF38-46D4-8510-479F0E76E798}">
      <dgm:prSet/>
      <dgm:spPr/>
      <dgm:t>
        <a:bodyPr/>
        <a:lstStyle/>
        <a:p>
          <a:r>
            <a:rPr lang="en-US"/>
            <a:t>Success: A* algorithm bypassed closer 'Green' tables to immediately serve 'Red' tables.</a:t>
          </a:r>
        </a:p>
      </dgm:t>
    </dgm:pt>
    <dgm:pt modelId="{362C9418-1409-4E4F-9B33-9224B0CC665E}" type="parTrans" cxnId="{E8DB85BF-AC5B-4B7A-9850-1326769555ED}">
      <dgm:prSet/>
      <dgm:spPr/>
      <dgm:t>
        <a:bodyPr/>
        <a:lstStyle/>
        <a:p>
          <a:endParaRPr lang="en-US"/>
        </a:p>
      </dgm:t>
    </dgm:pt>
    <dgm:pt modelId="{1DAEA3EE-800C-4BDB-BF5E-09607514F103}" type="sibTrans" cxnId="{E8DB85BF-AC5B-4B7A-9850-1326769555ED}">
      <dgm:prSet/>
      <dgm:spPr/>
      <dgm:t>
        <a:bodyPr/>
        <a:lstStyle/>
        <a:p>
          <a:endParaRPr lang="en-US"/>
        </a:p>
      </dgm:t>
    </dgm:pt>
    <dgm:pt modelId="{2F4F26EE-31D9-43C9-B07D-99167CB1BB77}" type="pres">
      <dgm:prSet presAssocID="{0E84831E-667F-4D08-8AFA-7103AEA45423}" presName="root" presStyleCnt="0">
        <dgm:presLayoutVars>
          <dgm:dir/>
          <dgm:resizeHandles val="exact"/>
        </dgm:presLayoutVars>
      </dgm:prSet>
      <dgm:spPr/>
    </dgm:pt>
    <dgm:pt modelId="{71BF06E3-B64E-430B-883F-5679BC84C61F}" type="pres">
      <dgm:prSet presAssocID="{2D802A60-7A9F-4F65-BF5A-112739E56A57}" presName="compNode" presStyleCnt="0"/>
      <dgm:spPr/>
    </dgm:pt>
    <dgm:pt modelId="{143B67F6-2E6A-47D7-8599-10A0FF2E80EB}" type="pres">
      <dgm:prSet presAssocID="{2D802A60-7A9F-4F65-BF5A-112739E56A5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04C6CA6D-1BCC-458E-B31A-FCDD78A92BB1}" type="pres">
      <dgm:prSet presAssocID="{2D802A60-7A9F-4F65-BF5A-112739E56A57}" presName="spaceRect" presStyleCnt="0"/>
      <dgm:spPr/>
    </dgm:pt>
    <dgm:pt modelId="{1BDD8362-A8E8-403C-A069-AC14918B6FB3}" type="pres">
      <dgm:prSet presAssocID="{2D802A60-7A9F-4F65-BF5A-112739E56A57}" presName="textRect" presStyleLbl="revTx" presStyleIdx="0" presStyleCnt="4">
        <dgm:presLayoutVars>
          <dgm:chMax val="1"/>
          <dgm:chPref val="1"/>
        </dgm:presLayoutVars>
      </dgm:prSet>
      <dgm:spPr/>
    </dgm:pt>
    <dgm:pt modelId="{80BEEA33-C9D2-4BAB-B445-B9BE767DDDD2}" type="pres">
      <dgm:prSet presAssocID="{831C9AEE-30B2-4BAC-A679-5FE3E34E8D86}" presName="sibTrans" presStyleCnt="0"/>
      <dgm:spPr/>
    </dgm:pt>
    <dgm:pt modelId="{15C4F97C-CED5-4CDA-93DE-C58D46BF6482}" type="pres">
      <dgm:prSet presAssocID="{1E4A4DD1-E338-4B30-8955-6D8631620D43}" presName="compNode" presStyleCnt="0"/>
      <dgm:spPr/>
    </dgm:pt>
    <dgm:pt modelId="{2C188AB5-AE88-4F58-BA8B-68658106E225}" type="pres">
      <dgm:prSet presAssocID="{1E4A4DD1-E338-4B30-8955-6D8631620D4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VD player"/>
        </a:ext>
      </dgm:extLst>
    </dgm:pt>
    <dgm:pt modelId="{383D2456-DFDE-424D-A33D-0CBDE84EC8BC}" type="pres">
      <dgm:prSet presAssocID="{1E4A4DD1-E338-4B30-8955-6D8631620D43}" presName="spaceRect" presStyleCnt="0"/>
      <dgm:spPr/>
    </dgm:pt>
    <dgm:pt modelId="{9E2AF12F-3C8B-4DD8-8F9B-3CC171642324}" type="pres">
      <dgm:prSet presAssocID="{1E4A4DD1-E338-4B30-8955-6D8631620D43}" presName="textRect" presStyleLbl="revTx" presStyleIdx="1" presStyleCnt="4" custScaleY="78735">
        <dgm:presLayoutVars>
          <dgm:chMax val="1"/>
          <dgm:chPref val="1"/>
        </dgm:presLayoutVars>
      </dgm:prSet>
      <dgm:spPr/>
    </dgm:pt>
    <dgm:pt modelId="{2561572E-D04D-45D6-8EC8-727513F2FF21}" type="pres">
      <dgm:prSet presAssocID="{38100429-EE15-4C08-B31A-1BC2E835BD09}" presName="sibTrans" presStyleCnt="0"/>
      <dgm:spPr/>
    </dgm:pt>
    <dgm:pt modelId="{4ECD5464-4A93-4477-9D09-7A7289BC9565}" type="pres">
      <dgm:prSet presAssocID="{68327845-7F27-45CB-9E80-9DC833E18A68}" presName="compNode" presStyleCnt="0"/>
      <dgm:spPr/>
    </dgm:pt>
    <dgm:pt modelId="{44421155-3A15-4293-849F-710856F858A1}" type="pres">
      <dgm:prSet presAssocID="{68327845-7F27-45CB-9E80-9DC833E18A6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ngry Face with Solid Fill"/>
        </a:ext>
      </dgm:extLst>
    </dgm:pt>
    <dgm:pt modelId="{4D90BAA4-386D-4763-8108-8B3A736ED756}" type="pres">
      <dgm:prSet presAssocID="{68327845-7F27-45CB-9E80-9DC833E18A68}" presName="spaceRect" presStyleCnt="0"/>
      <dgm:spPr/>
    </dgm:pt>
    <dgm:pt modelId="{56338C62-4FBA-4188-8FF6-1FCA2C9C2A24}" type="pres">
      <dgm:prSet presAssocID="{68327845-7F27-45CB-9E80-9DC833E18A68}" presName="textRect" presStyleLbl="revTx" presStyleIdx="2" presStyleCnt="4">
        <dgm:presLayoutVars>
          <dgm:chMax val="1"/>
          <dgm:chPref val="1"/>
        </dgm:presLayoutVars>
      </dgm:prSet>
      <dgm:spPr/>
    </dgm:pt>
    <dgm:pt modelId="{B32BDF6F-6FC8-4597-B6D5-DE6D8889E111}" type="pres">
      <dgm:prSet presAssocID="{C0B8FA03-61EF-4B96-AA71-3149A1684E8D}" presName="sibTrans" presStyleCnt="0"/>
      <dgm:spPr/>
    </dgm:pt>
    <dgm:pt modelId="{B6ECB11C-28DF-40D4-9D18-37FE9290A015}" type="pres">
      <dgm:prSet presAssocID="{255B5535-EF38-46D4-8510-479F0E76E798}" presName="compNode" presStyleCnt="0"/>
      <dgm:spPr/>
    </dgm:pt>
    <dgm:pt modelId="{AEDCFC2F-80AA-41FE-BE3F-F4640FC4AE66}" type="pres">
      <dgm:prSet presAssocID="{255B5535-EF38-46D4-8510-479F0E76E798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EC2FE3C5-2225-4D4A-88D1-A55637DDA676}" type="pres">
      <dgm:prSet presAssocID="{255B5535-EF38-46D4-8510-479F0E76E798}" presName="spaceRect" presStyleCnt="0"/>
      <dgm:spPr/>
    </dgm:pt>
    <dgm:pt modelId="{16038345-F92A-4E13-B4E6-83C3438EB370}" type="pres">
      <dgm:prSet presAssocID="{255B5535-EF38-46D4-8510-479F0E76E79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5E7C10-4B60-4EB1-96E0-4F8803C8B647}" srcId="{0E84831E-667F-4D08-8AFA-7103AEA45423}" destId="{1E4A4DD1-E338-4B30-8955-6D8631620D43}" srcOrd="1" destOrd="0" parTransId="{F4CDDEDD-9A3E-406F-A797-75C6BB28EFC5}" sibTransId="{38100429-EE15-4C08-B31A-1BC2E835BD09}"/>
    <dgm:cxn modelId="{C4224E2F-C5A4-4CBD-B937-62733D7635AF}" type="presOf" srcId="{2D802A60-7A9F-4F65-BF5A-112739E56A57}" destId="{1BDD8362-A8E8-403C-A069-AC14918B6FB3}" srcOrd="0" destOrd="0" presId="urn:microsoft.com/office/officeart/2018/2/layout/IconLabelList"/>
    <dgm:cxn modelId="{7B3AB833-7DEC-4A9B-A899-7EA7EB3BC97D}" srcId="{0E84831E-667F-4D08-8AFA-7103AEA45423}" destId="{68327845-7F27-45CB-9E80-9DC833E18A68}" srcOrd="2" destOrd="0" parTransId="{C69CBBED-1085-4CD8-BE6E-64D0BEE1030B}" sibTransId="{C0B8FA03-61EF-4B96-AA71-3149A1684E8D}"/>
    <dgm:cxn modelId="{72BB083E-AB6C-45D6-A0C6-1250ABF8D8C5}" srcId="{0E84831E-667F-4D08-8AFA-7103AEA45423}" destId="{2D802A60-7A9F-4F65-BF5A-112739E56A57}" srcOrd="0" destOrd="0" parTransId="{0FF61A61-31A7-428E-9BA0-DF4B9F15A453}" sibTransId="{831C9AEE-30B2-4BAC-A679-5FE3E34E8D86}"/>
    <dgm:cxn modelId="{C96FE342-A00E-4B9D-A0F3-27880A82951E}" type="presOf" srcId="{1E4A4DD1-E338-4B30-8955-6D8631620D43}" destId="{9E2AF12F-3C8B-4DD8-8F9B-3CC171642324}" srcOrd="0" destOrd="0" presId="urn:microsoft.com/office/officeart/2018/2/layout/IconLabelList"/>
    <dgm:cxn modelId="{8A7F6374-91BE-4698-B2D0-F13150EBBB2F}" type="presOf" srcId="{0E84831E-667F-4D08-8AFA-7103AEA45423}" destId="{2F4F26EE-31D9-43C9-B07D-99167CB1BB77}" srcOrd="0" destOrd="0" presId="urn:microsoft.com/office/officeart/2018/2/layout/IconLabelList"/>
    <dgm:cxn modelId="{D7A308BF-70D8-4905-8256-21CC530DC097}" type="presOf" srcId="{255B5535-EF38-46D4-8510-479F0E76E798}" destId="{16038345-F92A-4E13-B4E6-83C3438EB370}" srcOrd="0" destOrd="0" presId="urn:microsoft.com/office/officeart/2018/2/layout/IconLabelList"/>
    <dgm:cxn modelId="{E8DB85BF-AC5B-4B7A-9850-1326769555ED}" srcId="{0E84831E-667F-4D08-8AFA-7103AEA45423}" destId="{255B5535-EF38-46D4-8510-479F0E76E798}" srcOrd="3" destOrd="0" parTransId="{362C9418-1409-4E4F-9B33-9224B0CC665E}" sibTransId="{1DAEA3EE-800C-4BDB-BF5E-09607514F103}"/>
    <dgm:cxn modelId="{9A480FC9-B001-4885-840E-BCD270CFD7B8}" type="presOf" srcId="{68327845-7F27-45CB-9E80-9DC833E18A68}" destId="{56338C62-4FBA-4188-8FF6-1FCA2C9C2A24}" srcOrd="0" destOrd="0" presId="urn:microsoft.com/office/officeart/2018/2/layout/IconLabelList"/>
    <dgm:cxn modelId="{161CBB55-BCA7-4C27-A117-8843970E5FDD}" type="presParOf" srcId="{2F4F26EE-31D9-43C9-B07D-99167CB1BB77}" destId="{71BF06E3-B64E-430B-883F-5679BC84C61F}" srcOrd="0" destOrd="0" presId="urn:microsoft.com/office/officeart/2018/2/layout/IconLabelList"/>
    <dgm:cxn modelId="{57AA6ADD-6D3F-4294-8224-6BDB25CFF055}" type="presParOf" srcId="{71BF06E3-B64E-430B-883F-5679BC84C61F}" destId="{143B67F6-2E6A-47D7-8599-10A0FF2E80EB}" srcOrd="0" destOrd="0" presId="urn:microsoft.com/office/officeart/2018/2/layout/IconLabelList"/>
    <dgm:cxn modelId="{6CD8FE96-89E9-445B-98CA-5A8FF56A3F0B}" type="presParOf" srcId="{71BF06E3-B64E-430B-883F-5679BC84C61F}" destId="{04C6CA6D-1BCC-458E-B31A-FCDD78A92BB1}" srcOrd="1" destOrd="0" presId="urn:microsoft.com/office/officeart/2018/2/layout/IconLabelList"/>
    <dgm:cxn modelId="{73DE9807-BE1C-4A28-86F8-FDB18A9CA2EA}" type="presParOf" srcId="{71BF06E3-B64E-430B-883F-5679BC84C61F}" destId="{1BDD8362-A8E8-403C-A069-AC14918B6FB3}" srcOrd="2" destOrd="0" presId="urn:microsoft.com/office/officeart/2018/2/layout/IconLabelList"/>
    <dgm:cxn modelId="{8F2DB6B3-59FD-415E-BCD5-6C8594B7E6F9}" type="presParOf" srcId="{2F4F26EE-31D9-43C9-B07D-99167CB1BB77}" destId="{80BEEA33-C9D2-4BAB-B445-B9BE767DDDD2}" srcOrd="1" destOrd="0" presId="urn:microsoft.com/office/officeart/2018/2/layout/IconLabelList"/>
    <dgm:cxn modelId="{772DBBE8-8A91-4B3A-80C9-9AF7E1329510}" type="presParOf" srcId="{2F4F26EE-31D9-43C9-B07D-99167CB1BB77}" destId="{15C4F97C-CED5-4CDA-93DE-C58D46BF6482}" srcOrd="2" destOrd="0" presId="urn:microsoft.com/office/officeart/2018/2/layout/IconLabelList"/>
    <dgm:cxn modelId="{6B00DBE3-1D98-4891-A5D8-7B220CEDC2CA}" type="presParOf" srcId="{15C4F97C-CED5-4CDA-93DE-C58D46BF6482}" destId="{2C188AB5-AE88-4F58-BA8B-68658106E225}" srcOrd="0" destOrd="0" presId="urn:microsoft.com/office/officeart/2018/2/layout/IconLabelList"/>
    <dgm:cxn modelId="{9825F070-C842-47DE-A124-4E3712132287}" type="presParOf" srcId="{15C4F97C-CED5-4CDA-93DE-C58D46BF6482}" destId="{383D2456-DFDE-424D-A33D-0CBDE84EC8BC}" srcOrd="1" destOrd="0" presId="urn:microsoft.com/office/officeart/2018/2/layout/IconLabelList"/>
    <dgm:cxn modelId="{303B3BE3-E572-4FD7-89A6-990A59BD02ED}" type="presParOf" srcId="{15C4F97C-CED5-4CDA-93DE-C58D46BF6482}" destId="{9E2AF12F-3C8B-4DD8-8F9B-3CC171642324}" srcOrd="2" destOrd="0" presId="urn:microsoft.com/office/officeart/2018/2/layout/IconLabelList"/>
    <dgm:cxn modelId="{3A9B8103-06DC-45B2-9531-9BD6C4029D7E}" type="presParOf" srcId="{2F4F26EE-31D9-43C9-B07D-99167CB1BB77}" destId="{2561572E-D04D-45D6-8EC8-727513F2FF21}" srcOrd="3" destOrd="0" presId="urn:microsoft.com/office/officeart/2018/2/layout/IconLabelList"/>
    <dgm:cxn modelId="{B0491672-1F41-45DD-9F2D-05CADB25C96C}" type="presParOf" srcId="{2F4F26EE-31D9-43C9-B07D-99167CB1BB77}" destId="{4ECD5464-4A93-4477-9D09-7A7289BC9565}" srcOrd="4" destOrd="0" presId="urn:microsoft.com/office/officeart/2018/2/layout/IconLabelList"/>
    <dgm:cxn modelId="{8029C707-DF86-4772-94C7-9B16F3D5ADB3}" type="presParOf" srcId="{4ECD5464-4A93-4477-9D09-7A7289BC9565}" destId="{44421155-3A15-4293-849F-710856F858A1}" srcOrd="0" destOrd="0" presId="urn:microsoft.com/office/officeart/2018/2/layout/IconLabelList"/>
    <dgm:cxn modelId="{592D18F5-5C32-46A2-89D3-80294F9B90A4}" type="presParOf" srcId="{4ECD5464-4A93-4477-9D09-7A7289BC9565}" destId="{4D90BAA4-386D-4763-8108-8B3A736ED756}" srcOrd="1" destOrd="0" presId="urn:microsoft.com/office/officeart/2018/2/layout/IconLabelList"/>
    <dgm:cxn modelId="{CD01566A-D92E-40C4-98B0-CAD5AB756358}" type="presParOf" srcId="{4ECD5464-4A93-4477-9D09-7A7289BC9565}" destId="{56338C62-4FBA-4188-8FF6-1FCA2C9C2A24}" srcOrd="2" destOrd="0" presId="urn:microsoft.com/office/officeart/2018/2/layout/IconLabelList"/>
    <dgm:cxn modelId="{03EA178D-FFD3-451D-83AE-233909C1E58C}" type="presParOf" srcId="{2F4F26EE-31D9-43C9-B07D-99167CB1BB77}" destId="{B32BDF6F-6FC8-4597-B6D5-DE6D8889E111}" srcOrd="5" destOrd="0" presId="urn:microsoft.com/office/officeart/2018/2/layout/IconLabelList"/>
    <dgm:cxn modelId="{761CF932-DDDF-4DBF-8E04-F19C1366E9A6}" type="presParOf" srcId="{2F4F26EE-31D9-43C9-B07D-99167CB1BB77}" destId="{B6ECB11C-28DF-40D4-9D18-37FE9290A015}" srcOrd="6" destOrd="0" presId="urn:microsoft.com/office/officeart/2018/2/layout/IconLabelList"/>
    <dgm:cxn modelId="{5DA79738-B269-4B62-96CD-88AFC372B8DA}" type="presParOf" srcId="{B6ECB11C-28DF-40D4-9D18-37FE9290A015}" destId="{AEDCFC2F-80AA-41FE-BE3F-F4640FC4AE66}" srcOrd="0" destOrd="0" presId="urn:microsoft.com/office/officeart/2018/2/layout/IconLabelList"/>
    <dgm:cxn modelId="{838C259B-0B19-4807-8ABE-57AD3847E5A2}" type="presParOf" srcId="{B6ECB11C-28DF-40D4-9D18-37FE9290A015}" destId="{EC2FE3C5-2225-4D4A-88D1-A55637DDA676}" srcOrd="1" destOrd="0" presId="urn:microsoft.com/office/officeart/2018/2/layout/IconLabelList"/>
    <dgm:cxn modelId="{F28AF554-C4C6-4C4A-A3F0-1621909FAC3B}" type="presParOf" srcId="{B6ECB11C-28DF-40D4-9D18-37FE9290A015}" destId="{16038345-F92A-4E13-B4E6-83C3438EB37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C5BD3F-35D2-4CFB-8A05-1271AF1F08D2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C714453-2E46-4701-8DD5-EA07189559EA}">
      <dgm:prSet/>
      <dgm:spPr/>
      <dgm:t>
        <a:bodyPr/>
        <a:lstStyle/>
        <a:p>
          <a:r>
            <a:rPr lang="en-US"/>
            <a:t>Network Firewalls: Migrated Hugging Face pipelines to local .safetensors files for offline execution.</a:t>
          </a:r>
        </a:p>
      </dgm:t>
    </dgm:pt>
    <dgm:pt modelId="{ED74E6E8-3FFD-436F-BDF7-3F28244846DA}" type="parTrans" cxnId="{064E0D07-EC9F-4CB9-ACC2-F81477AEB1AA}">
      <dgm:prSet/>
      <dgm:spPr/>
      <dgm:t>
        <a:bodyPr/>
        <a:lstStyle/>
        <a:p>
          <a:endParaRPr lang="en-US"/>
        </a:p>
      </dgm:t>
    </dgm:pt>
    <dgm:pt modelId="{37E56BA2-C550-48FC-9507-843F5F2C182B}" type="sibTrans" cxnId="{064E0D07-EC9F-4CB9-ACC2-F81477AEB1AA}">
      <dgm:prSet/>
      <dgm:spPr/>
      <dgm:t>
        <a:bodyPr/>
        <a:lstStyle/>
        <a:p>
          <a:endParaRPr lang="en-US"/>
        </a:p>
      </dgm:t>
    </dgm:pt>
    <dgm:pt modelId="{7BB87739-2F42-4C1B-84A4-5A10F57A4014}">
      <dgm:prSet/>
      <dgm:spPr/>
      <dgm:t>
        <a:bodyPr/>
        <a:lstStyle/>
        <a:p>
          <a:r>
            <a:rPr lang="en-US"/>
            <a:t>FFmpeg Windows Bug: Bypassed pipeline shortcuts using native librosa loading.</a:t>
          </a:r>
        </a:p>
      </dgm:t>
    </dgm:pt>
    <dgm:pt modelId="{B8B27903-3668-42C0-AA35-32C6084E8364}" type="parTrans" cxnId="{7AC4DC33-F608-4B23-B138-B1AA1F89A882}">
      <dgm:prSet/>
      <dgm:spPr/>
      <dgm:t>
        <a:bodyPr/>
        <a:lstStyle/>
        <a:p>
          <a:endParaRPr lang="en-US"/>
        </a:p>
      </dgm:t>
    </dgm:pt>
    <dgm:pt modelId="{71C712D8-1B2C-45CD-8F8C-FB82F2FD1608}" type="sibTrans" cxnId="{7AC4DC33-F608-4B23-B138-B1AA1F89A882}">
      <dgm:prSet/>
      <dgm:spPr/>
      <dgm:t>
        <a:bodyPr/>
        <a:lstStyle/>
        <a:p>
          <a:endParaRPr lang="en-US"/>
        </a:p>
      </dgm:t>
    </dgm:pt>
    <dgm:pt modelId="{5F79B17D-284B-4884-9422-D324279FE449}">
      <dgm:prSet/>
      <dgm:spPr/>
      <dgm:t>
        <a:bodyPr/>
        <a:lstStyle/>
        <a:p>
          <a:r>
            <a:rPr lang="en-US"/>
            <a:t>PyTorch Math Crashes: Solved divide-by-zero NaN errors with safe-normalization (1e-9 epsilon) and float32 tensor casting.</a:t>
          </a:r>
        </a:p>
      </dgm:t>
    </dgm:pt>
    <dgm:pt modelId="{F22A31DA-7922-49ED-B760-BDD9EC08B51C}" type="parTrans" cxnId="{6387BF01-0EA2-4A51-9304-BE094EA2B1A9}">
      <dgm:prSet/>
      <dgm:spPr/>
      <dgm:t>
        <a:bodyPr/>
        <a:lstStyle/>
        <a:p>
          <a:endParaRPr lang="en-US"/>
        </a:p>
      </dgm:t>
    </dgm:pt>
    <dgm:pt modelId="{9B35284B-943D-4438-829E-EA7AEA78AFEF}" type="sibTrans" cxnId="{6387BF01-0EA2-4A51-9304-BE094EA2B1A9}">
      <dgm:prSet/>
      <dgm:spPr/>
      <dgm:t>
        <a:bodyPr/>
        <a:lstStyle/>
        <a:p>
          <a:endParaRPr lang="en-US"/>
        </a:p>
      </dgm:t>
    </dgm:pt>
    <dgm:pt modelId="{EEEFC019-89E6-4C24-964C-D25F7380C4D7}">
      <dgm:prSet/>
      <dgm:spPr/>
      <dgm:t>
        <a:bodyPr/>
        <a:lstStyle/>
        <a:p>
          <a:r>
            <a:rPr lang="en-US"/>
            <a:t>Omission of Facial Recognition: Re-scoped to Dual-Modality to preserve real-time computational constraints.</a:t>
          </a:r>
        </a:p>
      </dgm:t>
    </dgm:pt>
    <dgm:pt modelId="{318B8D6F-C69D-4F68-BE0C-760658363EE7}" type="parTrans" cxnId="{0A7153CA-A553-4F11-9D34-E8B68674CE89}">
      <dgm:prSet/>
      <dgm:spPr/>
      <dgm:t>
        <a:bodyPr/>
        <a:lstStyle/>
        <a:p>
          <a:endParaRPr lang="en-US"/>
        </a:p>
      </dgm:t>
    </dgm:pt>
    <dgm:pt modelId="{3B69E23D-8B83-472D-B0B4-A589BDE16D03}" type="sibTrans" cxnId="{0A7153CA-A553-4F11-9D34-E8B68674CE89}">
      <dgm:prSet/>
      <dgm:spPr/>
      <dgm:t>
        <a:bodyPr/>
        <a:lstStyle/>
        <a:p>
          <a:endParaRPr lang="en-US"/>
        </a:p>
      </dgm:t>
    </dgm:pt>
    <dgm:pt modelId="{69C0A0E4-8F49-4A08-9EF9-DF8D8E7939E6}" type="pres">
      <dgm:prSet presAssocID="{B4C5BD3F-35D2-4CFB-8A05-1271AF1F08D2}" presName="matrix" presStyleCnt="0">
        <dgm:presLayoutVars>
          <dgm:chMax val="1"/>
          <dgm:dir/>
          <dgm:resizeHandles val="exact"/>
        </dgm:presLayoutVars>
      </dgm:prSet>
      <dgm:spPr/>
    </dgm:pt>
    <dgm:pt modelId="{CEDAC034-0068-4B21-B36E-58FFEB6DD381}" type="pres">
      <dgm:prSet presAssocID="{B4C5BD3F-35D2-4CFB-8A05-1271AF1F08D2}" presName="diamond" presStyleLbl="bgShp" presStyleIdx="0" presStyleCnt="1"/>
      <dgm:spPr/>
    </dgm:pt>
    <dgm:pt modelId="{CCAC7C22-4C5D-4309-801A-8351529D91D9}" type="pres">
      <dgm:prSet presAssocID="{B4C5BD3F-35D2-4CFB-8A05-1271AF1F08D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31A306B-DCF7-47C2-A20C-08BC97D5F795}" type="pres">
      <dgm:prSet presAssocID="{B4C5BD3F-35D2-4CFB-8A05-1271AF1F08D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05C33D9C-A235-495C-A8EB-AE6748915F61}" type="pres">
      <dgm:prSet presAssocID="{B4C5BD3F-35D2-4CFB-8A05-1271AF1F08D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5D7E52B-0E61-4445-A9A8-4CAD6A75C8CF}" type="pres">
      <dgm:prSet presAssocID="{B4C5BD3F-35D2-4CFB-8A05-1271AF1F08D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87240101-3C11-4142-BCE8-B0FF90EFBF63}" type="presOf" srcId="{EEEFC019-89E6-4C24-964C-D25F7380C4D7}" destId="{75D7E52B-0E61-4445-A9A8-4CAD6A75C8CF}" srcOrd="0" destOrd="0" presId="urn:microsoft.com/office/officeart/2005/8/layout/matrix3"/>
    <dgm:cxn modelId="{6387BF01-0EA2-4A51-9304-BE094EA2B1A9}" srcId="{B4C5BD3F-35D2-4CFB-8A05-1271AF1F08D2}" destId="{5F79B17D-284B-4884-9422-D324279FE449}" srcOrd="2" destOrd="0" parTransId="{F22A31DA-7922-49ED-B760-BDD9EC08B51C}" sibTransId="{9B35284B-943D-4438-829E-EA7AEA78AFEF}"/>
    <dgm:cxn modelId="{064E0D07-EC9F-4CB9-ACC2-F81477AEB1AA}" srcId="{B4C5BD3F-35D2-4CFB-8A05-1271AF1F08D2}" destId="{EC714453-2E46-4701-8DD5-EA07189559EA}" srcOrd="0" destOrd="0" parTransId="{ED74E6E8-3FFD-436F-BDF7-3F28244846DA}" sibTransId="{37E56BA2-C550-48FC-9507-843F5F2C182B}"/>
    <dgm:cxn modelId="{7AC4DC33-F608-4B23-B138-B1AA1F89A882}" srcId="{B4C5BD3F-35D2-4CFB-8A05-1271AF1F08D2}" destId="{7BB87739-2F42-4C1B-84A4-5A10F57A4014}" srcOrd="1" destOrd="0" parTransId="{B8B27903-3668-42C0-AA35-32C6084E8364}" sibTransId="{71C712D8-1B2C-45CD-8F8C-FB82F2FD1608}"/>
    <dgm:cxn modelId="{54FFA669-C683-47B0-BD86-B37450B1D2EB}" type="presOf" srcId="{5F79B17D-284B-4884-9422-D324279FE449}" destId="{05C33D9C-A235-495C-A8EB-AE6748915F61}" srcOrd="0" destOrd="0" presId="urn:microsoft.com/office/officeart/2005/8/layout/matrix3"/>
    <dgm:cxn modelId="{EC1D86A4-0C7B-4067-BDA6-6FE2F9367987}" type="presOf" srcId="{EC714453-2E46-4701-8DD5-EA07189559EA}" destId="{CCAC7C22-4C5D-4309-801A-8351529D91D9}" srcOrd="0" destOrd="0" presId="urn:microsoft.com/office/officeart/2005/8/layout/matrix3"/>
    <dgm:cxn modelId="{0A7153CA-A553-4F11-9D34-E8B68674CE89}" srcId="{B4C5BD3F-35D2-4CFB-8A05-1271AF1F08D2}" destId="{EEEFC019-89E6-4C24-964C-D25F7380C4D7}" srcOrd="3" destOrd="0" parTransId="{318B8D6F-C69D-4F68-BE0C-760658363EE7}" sibTransId="{3B69E23D-8B83-472D-B0B4-A589BDE16D03}"/>
    <dgm:cxn modelId="{4DAB6FCE-1FBE-4778-8160-3C3F685B5CBD}" type="presOf" srcId="{B4C5BD3F-35D2-4CFB-8A05-1271AF1F08D2}" destId="{69C0A0E4-8F49-4A08-9EF9-DF8D8E7939E6}" srcOrd="0" destOrd="0" presId="urn:microsoft.com/office/officeart/2005/8/layout/matrix3"/>
    <dgm:cxn modelId="{1C6514D2-CB2C-4084-821B-1EDF1ED9FBEA}" type="presOf" srcId="{7BB87739-2F42-4C1B-84A4-5A10F57A4014}" destId="{C31A306B-DCF7-47C2-A20C-08BC97D5F795}" srcOrd="0" destOrd="0" presId="urn:microsoft.com/office/officeart/2005/8/layout/matrix3"/>
    <dgm:cxn modelId="{1B1759C1-825A-42D4-8AC4-31F79ECC7AF8}" type="presParOf" srcId="{69C0A0E4-8F49-4A08-9EF9-DF8D8E7939E6}" destId="{CEDAC034-0068-4B21-B36E-58FFEB6DD381}" srcOrd="0" destOrd="0" presId="urn:microsoft.com/office/officeart/2005/8/layout/matrix3"/>
    <dgm:cxn modelId="{B04588EF-2136-4CF7-91B3-844567293E7E}" type="presParOf" srcId="{69C0A0E4-8F49-4A08-9EF9-DF8D8E7939E6}" destId="{CCAC7C22-4C5D-4309-801A-8351529D91D9}" srcOrd="1" destOrd="0" presId="urn:microsoft.com/office/officeart/2005/8/layout/matrix3"/>
    <dgm:cxn modelId="{44D4BDE6-DAF2-44B4-AA2F-61B72AC923C3}" type="presParOf" srcId="{69C0A0E4-8F49-4A08-9EF9-DF8D8E7939E6}" destId="{C31A306B-DCF7-47C2-A20C-08BC97D5F795}" srcOrd="2" destOrd="0" presId="urn:microsoft.com/office/officeart/2005/8/layout/matrix3"/>
    <dgm:cxn modelId="{B2944CCA-28DD-4023-ACC4-BE72B4391B66}" type="presParOf" srcId="{69C0A0E4-8F49-4A08-9EF9-DF8D8E7939E6}" destId="{05C33D9C-A235-495C-A8EB-AE6748915F61}" srcOrd="3" destOrd="0" presId="urn:microsoft.com/office/officeart/2005/8/layout/matrix3"/>
    <dgm:cxn modelId="{48921DD8-732E-4EF0-B5CE-D3139F829D9A}" type="presParOf" srcId="{69C0A0E4-8F49-4A08-9EF9-DF8D8E7939E6}" destId="{75D7E52B-0E61-4445-A9A8-4CAD6A75C8C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5254FB5-0740-4A66-921B-8F1B30EC25EB}" type="doc">
      <dgm:prSet loTypeId="urn:microsoft.com/office/officeart/2008/layout/Lined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3599F9C-C39C-4266-9D7D-CB6EA763AF11}">
      <dgm:prSet/>
      <dgm:spPr/>
      <dgm:t>
        <a:bodyPr/>
        <a:lstStyle/>
        <a:p>
          <a:r>
            <a:rPr lang="en-US"/>
            <a:t>ROS &amp; Gazebo Integration: Porting to 3D continuous environment with a physical TurtleBot.</a:t>
          </a:r>
        </a:p>
      </dgm:t>
    </dgm:pt>
    <dgm:pt modelId="{0CAF4AE8-80D4-48EE-80B3-760DD5BADE34}" type="parTrans" cxnId="{BBD616D1-B414-416D-8D7F-941B58CD5590}">
      <dgm:prSet/>
      <dgm:spPr/>
      <dgm:t>
        <a:bodyPr/>
        <a:lstStyle/>
        <a:p>
          <a:endParaRPr lang="en-US"/>
        </a:p>
      </dgm:t>
    </dgm:pt>
    <dgm:pt modelId="{687CD788-E455-47C7-8379-DFBC5FC1648D}" type="sibTrans" cxnId="{BBD616D1-B414-416D-8D7F-941B58CD5590}">
      <dgm:prSet/>
      <dgm:spPr/>
      <dgm:t>
        <a:bodyPr/>
        <a:lstStyle/>
        <a:p>
          <a:endParaRPr lang="en-US"/>
        </a:p>
      </dgm:t>
    </dgm:pt>
    <dgm:pt modelId="{8B383783-E9CD-447D-8649-39412C085265}">
      <dgm:prSet/>
      <dgm:spPr/>
      <dgm:t>
        <a:bodyPr/>
        <a:lstStyle/>
        <a:p>
          <a:r>
            <a:rPr lang="en-US"/>
            <a:t>Dynamic Spawning: Interactive simulation with moving obstacles and real-time customer influx.</a:t>
          </a:r>
        </a:p>
      </dgm:t>
    </dgm:pt>
    <dgm:pt modelId="{832774C8-349B-4FB7-B51D-03E6473472CF}" type="parTrans" cxnId="{F8E40982-537D-4BF4-A594-B2F16D01D32E}">
      <dgm:prSet/>
      <dgm:spPr/>
      <dgm:t>
        <a:bodyPr/>
        <a:lstStyle/>
        <a:p>
          <a:endParaRPr lang="en-US"/>
        </a:p>
      </dgm:t>
    </dgm:pt>
    <dgm:pt modelId="{DCAFD23B-C09E-4481-810C-56C75F3FB728}" type="sibTrans" cxnId="{F8E40982-537D-4BF4-A594-B2F16D01D32E}">
      <dgm:prSet/>
      <dgm:spPr/>
      <dgm:t>
        <a:bodyPr/>
        <a:lstStyle/>
        <a:p>
          <a:endParaRPr lang="en-US"/>
        </a:p>
      </dgm:t>
    </dgm:pt>
    <dgm:pt modelId="{33B1751E-E720-4D43-8DC9-3045F8CF25CC}">
      <dgm:prSet/>
      <dgm:spPr/>
      <dgm:t>
        <a:bodyPr/>
        <a:lstStyle/>
        <a:p>
          <a:r>
            <a:rPr lang="en-US"/>
            <a:t>Triple Modality: Integrating Computer Vision (YOLO Facial Emotion Recognition) with an upgraded GPU.</a:t>
          </a:r>
        </a:p>
      </dgm:t>
    </dgm:pt>
    <dgm:pt modelId="{E451756D-353A-4E41-AE7A-A7441C20DE63}" type="parTrans" cxnId="{E1D51638-F3B5-4C39-A0CF-ED98B9540127}">
      <dgm:prSet/>
      <dgm:spPr/>
      <dgm:t>
        <a:bodyPr/>
        <a:lstStyle/>
        <a:p>
          <a:endParaRPr lang="en-US"/>
        </a:p>
      </dgm:t>
    </dgm:pt>
    <dgm:pt modelId="{C711F7FC-9EB8-4D93-A434-6A7EDA7F267D}" type="sibTrans" cxnId="{E1D51638-F3B5-4C39-A0CF-ED98B9540127}">
      <dgm:prSet/>
      <dgm:spPr/>
      <dgm:t>
        <a:bodyPr/>
        <a:lstStyle/>
        <a:p>
          <a:endParaRPr lang="en-US"/>
        </a:p>
      </dgm:t>
    </dgm:pt>
    <dgm:pt modelId="{22FBE102-8796-417C-9E98-4D5B0725BFA6}" type="pres">
      <dgm:prSet presAssocID="{05254FB5-0740-4A66-921B-8F1B30EC25EB}" presName="vert0" presStyleCnt="0">
        <dgm:presLayoutVars>
          <dgm:dir/>
          <dgm:animOne val="branch"/>
          <dgm:animLvl val="lvl"/>
        </dgm:presLayoutVars>
      </dgm:prSet>
      <dgm:spPr/>
    </dgm:pt>
    <dgm:pt modelId="{77E3D454-0977-4B03-A708-66A5E69AFB8D}" type="pres">
      <dgm:prSet presAssocID="{03599F9C-C39C-4266-9D7D-CB6EA763AF11}" presName="thickLine" presStyleLbl="alignNode1" presStyleIdx="0" presStyleCnt="3"/>
      <dgm:spPr/>
    </dgm:pt>
    <dgm:pt modelId="{A5C47022-C10F-4CC0-A1A7-9534C555EABB}" type="pres">
      <dgm:prSet presAssocID="{03599F9C-C39C-4266-9D7D-CB6EA763AF11}" presName="horz1" presStyleCnt="0"/>
      <dgm:spPr/>
    </dgm:pt>
    <dgm:pt modelId="{9DECAABF-1368-4551-BBC7-DCCD46CB1169}" type="pres">
      <dgm:prSet presAssocID="{03599F9C-C39C-4266-9D7D-CB6EA763AF11}" presName="tx1" presStyleLbl="revTx" presStyleIdx="0" presStyleCnt="3"/>
      <dgm:spPr/>
    </dgm:pt>
    <dgm:pt modelId="{001945B2-3A19-49DA-9232-5053DE0C9CE7}" type="pres">
      <dgm:prSet presAssocID="{03599F9C-C39C-4266-9D7D-CB6EA763AF11}" presName="vert1" presStyleCnt="0"/>
      <dgm:spPr/>
    </dgm:pt>
    <dgm:pt modelId="{9ABECEA5-F604-4183-A56E-232AD1A76AAC}" type="pres">
      <dgm:prSet presAssocID="{8B383783-E9CD-447D-8649-39412C085265}" presName="thickLine" presStyleLbl="alignNode1" presStyleIdx="1" presStyleCnt="3"/>
      <dgm:spPr/>
    </dgm:pt>
    <dgm:pt modelId="{FE3CB45D-B860-4844-9FC4-69F514013B97}" type="pres">
      <dgm:prSet presAssocID="{8B383783-E9CD-447D-8649-39412C085265}" presName="horz1" presStyleCnt="0"/>
      <dgm:spPr/>
    </dgm:pt>
    <dgm:pt modelId="{BD09EDD5-D079-4BF0-A2A3-271B57959C6F}" type="pres">
      <dgm:prSet presAssocID="{8B383783-E9CD-447D-8649-39412C085265}" presName="tx1" presStyleLbl="revTx" presStyleIdx="1" presStyleCnt="3"/>
      <dgm:spPr/>
    </dgm:pt>
    <dgm:pt modelId="{87E6947C-7360-4FCA-8D14-CD631A610B8A}" type="pres">
      <dgm:prSet presAssocID="{8B383783-E9CD-447D-8649-39412C085265}" presName="vert1" presStyleCnt="0"/>
      <dgm:spPr/>
    </dgm:pt>
    <dgm:pt modelId="{D39D7C64-E897-4CF1-B4A9-D0928EBB24AD}" type="pres">
      <dgm:prSet presAssocID="{33B1751E-E720-4D43-8DC9-3045F8CF25CC}" presName="thickLine" presStyleLbl="alignNode1" presStyleIdx="2" presStyleCnt="3"/>
      <dgm:spPr/>
    </dgm:pt>
    <dgm:pt modelId="{29A4FE0A-5E73-4007-A842-11C59B5E2623}" type="pres">
      <dgm:prSet presAssocID="{33B1751E-E720-4D43-8DC9-3045F8CF25CC}" presName="horz1" presStyleCnt="0"/>
      <dgm:spPr/>
    </dgm:pt>
    <dgm:pt modelId="{0F97D941-E33F-44CF-91C3-AA81561E7916}" type="pres">
      <dgm:prSet presAssocID="{33B1751E-E720-4D43-8DC9-3045F8CF25CC}" presName="tx1" presStyleLbl="revTx" presStyleIdx="2" presStyleCnt="3"/>
      <dgm:spPr/>
    </dgm:pt>
    <dgm:pt modelId="{7AB54CB2-1F19-4D30-A627-B7A1165CE7D8}" type="pres">
      <dgm:prSet presAssocID="{33B1751E-E720-4D43-8DC9-3045F8CF25CC}" presName="vert1" presStyleCnt="0"/>
      <dgm:spPr/>
    </dgm:pt>
  </dgm:ptLst>
  <dgm:cxnLst>
    <dgm:cxn modelId="{CF834B09-F504-4175-BA46-78DDD93A7D4C}" type="presOf" srcId="{05254FB5-0740-4A66-921B-8F1B30EC25EB}" destId="{22FBE102-8796-417C-9E98-4D5B0725BFA6}" srcOrd="0" destOrd="0" presId="urn:microsoft.com/office/officeart/2008/layout/LinedList"/>
    <dgm:cxn modelId="{D0020910-A758-4677-8CD0-72918421355A}" type="presOf" srcId="{8B383783-E9CD-447D-8649-39412C085265}" destId="{BD09EDD5-D079-4BF0-A2A3-271B57959C6F}" srcOrd="0" destOrd="0" presId="urn:microsoft.com/office/officeart/2008/layout/LinedList"/>
    <dgm:cxn modelId="{E1D51638-F3B5-4C39-A0CF-ED98B9540127}" srcId="{05254FB5-0740-4A66-921B-8F1B30EC25EB}" destId="{33B1751E-E720-4D43-8DC9-3045F8CF25CC}" srcOrd="2" destOrd="0" parTransId="{E451756D-353A-4E41-AE7A-A7441C20DE63}" sibTransId="{C711F7FC-9EB8-4D93-A434-6A7EDA7F267D}"/>
    <dgm:cxn modelId="{B1A76740-BB85-4622-8650-6961B40A2D8C}" type="presOf" srcId="{03599F9C-C39C-4266-9D7D-CB6EA763AF11}" destId="{9DECAABF-1368-4551-BBC7-DCCD46CB1169}" srcOrd="0" destOrd="0" presId="urn:microsoft.com/office/officeart/2008/layout/LinedList"/>
    <dgm:cxn modelId="{F8E40982-537D-4BF4-A594-B2F16D01D32E}" srcId="{05254FB5-0740-4A66-921B-8F1B30EC25EB}" destId="{8B383783-E9CD-447D-8649-39412C085265}" srcOrd="1" destOrd="0" parTransId="{832774C8-349B-4FB7-B51D-03E6473472CF}" sibTransId="{DCAFD23B-C09E-4481-810C-56C75F3FB728}"/>
    <dgm:cxn modelId="{277B26A5-FE8C-481A-B5BA-ED05DF809FD4}" type="presOf" srcId="{33B1751E-E720-4D43-8DC9-3045F8CF25CC}" destId="{0F97D941-E33F-44CF-91C3-AA81561E7916}" srcOrd="0" destOrd="0" presId="urn:microsoft.com/office/officeart/2008/layout/LinedList"/>
    <dgm:cxn modelId="{BBD616D1-B414-416D-8D7F-941B58CD5590}" srcId="{05254FB5-0740-4A66-921B-8F1B30EC25EB}" destId="{03599F9C-C39C-4266-9D7D-CB6EA763AF11}" srcOrd="0" destOrd="0" parTransId="{0CAF4AE8-80D4-48EE-80B3-760DD5BADE34}" sibTransId="{687CD788-E455-47C7-8379-DFBC5FC1648D}"/>
    <dgm:cxn modelId="{BDA2E334-7FD7-4E38-8723-E0E6813C5A16}" type="presParOf" srcId="{22FBE102-8796-417C-9E98-4D5B0725BFA6}" destId="{77E3D454-0977-4B03-A708-66A5E69AFB8D}" srcOrd="0" destOrd="0" presId="urn:microsoft.com/office/officeart/2008/layout/LinedList"/>
    <dgm:cxn modelId="{3B87A709-CE8A-4EC0-B9A9-7A1156A6D99F}" type="presParOf" srcId="{22FBE102-8796-417C-9E98-4D5B0725BFA6}" destId="{A5C47022-C10F-4CC0-A1A7-9534C555EABB}" srcOrd="1" destOrd="0" presId="urn:microsoft.com/office/officeart/2008/layout/LinedList"/>
    <dgm:cxn modelId="{6321E7DD-42CB-4735-912A-B9288F514CE2}" type="presParOf" srcId="{A5C47022-C10F-4CC0-A1A7-9534C555EABB}" destId="{9DECAABF-1368-4551-BBC7-DCCD46CB1169}" srcOrd="0" destOrd="0" presId="urn:microsoft.com/office/officeart/2008/layout/LinedList"/>
    <dgm:cxn modelId="{E26C10E8-570B-42B6-A335-D33BCC06243D}" type="presParOf" srcId="{A5C47022-C10F-4CC0-A1A7-9534C555EABB}" destId="{001945B2-3A19-49DA-9232-5053DE0C9CE7}" srcOrd="1" destOrd="0" presId="urn:microsoft.com/office/officeart/2008/layout/LinedList"/>
    <dgm:cxn modelId="{8D06002D-4260-49CE-90D7-7A43CDD31F68}" type="presParOf" srcId="{22FBE102-8796-417C-9E98-4D5B0725BFA6}" destId="{9ABECEA5-F604-4183-A56E-232AD1A76AAC}" srcOrd="2" destOrd="0" presId="urn:microsoft.com/office/officeart/2008/layout/LinedList"/>
    <dgm:cxn modelId="{8A337021-D693-42CC-B708-3F90164890D3}" type="presParOf" srcId="{22FBE102-8796-417C-9E98-4D5B0725BFA6}" destId="{FE3CB45D-B860-4844-9FC4-69F514013B97}" srcOrd="3" destOrd="0" presId="urn:microsoft.com/office/officeart/2008/layout/LinedList"/>
    <dgm:cxn modelId="{284C86D5-CCB8-4887-843F-E76C6051B28B}" type="presParOf" srcId="{FE3CB45D-B860-4844-9FC4-69F514013B97}" destId="{BD09EDD5-D079-4BF0-A2A3-271B57959C6F}" srcOrd="0" destOrd="0" presId="urn:microsoft.com/office/officeart/2008/layout/LinedList"/>
    <dgm:cxn modelId="{48A20DF1-702C-4D11-B0DD-292BB875EB6C}" type="presParOf" srcId="{FE3CB45D-B860-4844-9FC4-69F514013B97}" destId="{87E6947C-7360-4FCA-8D14-CD631A610B8A}" srcOrd="1" destOrd="0" presId="urn:microsoft.com/office/officeart/2008/layout/LinedList"/>
    <dgm:cxn modelId="{4A61172F-08CB-4434-A512-2D178B556EF0}" type="presParOf" srcId="{22FBE102-8796-417C-9E98-4D5B0725BFA6}" destId="{D39D7C64-E897-4CF1-B4A9-D0928EBB24AD}" srcOrd="4" destOrd="0" presId="urn:microsoft.com/office/officeart/2008/layout/LinedList"/>
    <dgm:cxn modelId="{E2BA6B4F-677F-43AC-AA63-EB336013DE5E}" type="presParOf" srcId="{22FBE102-8796-417C-9E98-4D5B0725BFA6}" destId="{29A4FE0A-5E73-4007-A842-11C59B5E2623}" srcOrd="5" destOrd="0" presId="urn:microsoft.com/office/officeart/2008/layout/LinedList"/>
    <dgm:cxn modelId="{C4A03559-C440-42F2-AD52-50F5E20FCBAF}" type="presParOf" srcId="{29A4FE0A-5E73-4007-A842-11C59B5E2623}" destId="{0F97D941-E33F-44CF-91C3-AA81561E7916}" srcOrd="0" destOrd="0" presId="urn:microsoft.com/office/officeart/2008/layout/LinedList"/>
    <dgm:cxn modelId="{AEEE08DE-B634-4DDB-B505-1950135FDDDB}" type="presParOf" srcId="{29A4FE0A-5E73-4007-A842-11C59B5E2623}" destId="{7AB54CB2-1F19-4D30-A627-B7A1165CE7D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EA42CBA-15CF-447E-92D4-70B8B01D818D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7DEA691-10BF-4305-A0CC-BB98DBEBD42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Affective computing successfully enhances robotic pathfinding.</a:t>
          </a:r>
        </a:p>
      </dgm:t>
    </dgm:pt>
    <dgm:pt modelId="{4E2B5C7E-9C86-4EBB-BBE2-8155229D0E41}" type="parTrans" cxnId="{1B1F1AEA-BF41-43BE-BC5A-BDE5E43A53E3}">
      <dgm:prSet/>
      <dgm:spPr/>
      <dgm:t>
        <a:bodyPr/>
        <a:lstStyle/>
        <a:p>
          <a:endParaRPr lang="en-US"/>
        </a:p>
      </dgm:t>
    </dgm:pt>
    <dgm:pt modelId="{A7AD3D49-F735-49A4-8D9F-1490EBD43DE8}" type="sibTrans" cxnId="{1B1F1AEA-BF41-43BE-BC5A-BDE5E43A53E3}">
      <dgm:prSet/>
      <dgm:spPr/>
      <dgm:t>
        <a:bodyPr/>
        <a:lstStyle/>
        <a:p>
          <a:endParaRPr lang="en-US"/>
        </a:p>
      </dgm:t>
    </dgm:pt>
    <dgm:pt modelId="{5C7C5249-EEFF-4C48-8D84-D3D99CB5B16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Integrating semantic and acoustic AI yields a significantly more practical and socially aware service robot.</a:t>
          </a:r>
        </a:p>
      </dgm:t>
    </dgm:pt>
    <dgm:pt modelId="{894E283F-0028-4013-99A5-CF45CF6BD861}" type="parTrans" cxnId="{7C36F95B-5BBD-4046-84A9-64F2E35DE028}">
      <dgm:prSet/>
      <dgm:spPr/>
      <dgm:t>
        <a:bodyPr/>
        <a:lstStyle/>
        <a:p>
          <a:endParaRPr lang="en-US"/>
        </a:p>
      </dgm:t>
    </dgm:pt>
    <dgm:pt modelId="{888EABCE-8943-4D92-8F91-0C3DAEE9CA72}" type="sibTrans" cxnId="{7C36F95B-5BBD-4046-84A9-64F2E35DE028}">
      <dgm:prSet/>
      <dgm:spPr/>
      <dgm:t>
        <a:bodyPr/>
        <a:lstStyle/>
        <a:p>
          <a:endParaRPr lang="en-US"/>
        </a:p>
      </dgm:t>
    </dgm:pt>
    <dgm:pt modelId="{C65598F8-90C0-4AF1-8F20-C209C9ED20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Thank you! </a:t>
          </a:r>
        </a:p>
      </dgm:t>
    </dgm:pt>
    <dgm:pt modelId="{06260D83-9EDA-4878-BA41-8118FD5D40EC}" type="parTrans" cxnId="{86A8BF93-F770-49E4-BE30-6C015259114C}">
      <dgm:prSet/>
      <dgm:spPr/>
      <dgm:t>
        <a:bodyPr/>
        <a:lstStyle/>
        <a:p>
          <a:endParaRPr lang="en-US"/>
        </a:p>
      </dgm:t>
    </dgm:pt>
    <dgm:pt modelId="{1EE7060A-009A-4E48-99BE-2D2D01111221}" type="sibTrans" cxnId="{86A8BF93-F770-49E4-BE30-6C015259114C}">
      <dgm:prSet/>
      <dgm:spPr/>
      <dgm:t>
        <a:bodyPr/>
        <a:lstStyle/>
        <a:p>
          <a:endParaRPr lang="en-US"/>
        </a:p>
      </dgm:t>
    </dgm:pt>
    <dgm:pt modelId="{DE3301F5-5A79-4A1A-86BE-442981FF6F15}" type="pres">
      <dgm:prSet presAssocID="{CEA42CBA-15CF-447E-92D4-70B8B01D818D}" presName="root" presStyleCnt="0">
        <dgm:presLayoutVars>
          <dgm:dir/>
          <dgm:resizeHandles val="exact"/>
        </dgm:presLayoutVars>
      </dgm:prSet>
      <dgm:spPr/>
    </dgm:pt>
    <dgm:pt modelId="{834471A3-93DC-4ADC-87C9-05AD06CB519C}" type="pres">
      <dgm:prSet presAssocID="{47DEA691-10BF-4305-A0CC-BB98DBEBD423}" presName="compNode" presStyleCnt="0"/>
      <dgm:spPr/>
    </dgm:pt>
    <dgm:pt modelId="{94B4A930-3D7D-40CB-A463-52C2AC917CE0}" type="pres">
      <dgm:prSet presAssocID="{47DEA691-10BF-4305-A0CC-BB98DBEBD423}" presName="iconBgRect" presStyleLbl="bgShp" presStyleIdx="0" presStyleCnt="3"/>
      <dgm:spPr/>
    </dgm:pt>
    <dgm:pt modelId="{FD53F644-787F-4368-939C-D84490F2D726}" type="pres">
      <dgm:prSet presAssocID="{47DEA691-10BF-4305-A0CC-BB98DBEBD42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E1B3F744-4002-40F1-8B62-0F467AA4B98F}" type="pres">
      <dgm:prSet presAssocID="{47DEA691-10BF-4305-A0CC-BB98DBEBD423}" presName="spaceRect" presStyleCnt="0"/>
      <dgm:spPr/>
    </dgm:pt>
    <dgm:pt modelId="{016B71D0-5D12-4A15-A8A5-ADFA2053F235}" type="pres">
      <dgm:prSet presAssocID="{47DEA691-10BF-4305-A0CC-BB98DBEBD423}" presName="textRect" presStyleLbl="revTx" presStyleIdx="0" presStyleCnt="3">
        <dgm:presLayoutVars>
          <dgm:chMax val="1"/>
          <dgm:chPref val="1"/>
        </dgm:presLayoutVars>
      </dgm:prSet>
      <dgm:spPr/>
    </dgm:pt>
    <dgm:pt modelId="{95CD6D4C-B2A1-44DE-A77A-91210362951D}" type="pres">
      <dgm:prSet presAssocID="{A7AD3D49-F735-49A4-8D9F-1490EBD43DE8}" presName="sibTrans" presStyleCnt="0"/>
      <dgm:spPr/>
    </dgm:pt>
    <dgm:pt modelId="{793F7FF7-965D-4440-BF72-87D1761BC0AB}" type="pres">
      <dgm:prSet presAssocID="{5C7C5249-EEFF-4C48-8D84-D3D99CB5B164}" presName="compNode" presStyleCnt="0"/>
      <dgm:spPr/>
    </dgm:pt>
    <dgm:pt modelId="{7795A6C3-56AE-4DAE-B10F-640BF47E6D8E}" type="pres">
      <dgm:prSet presAssocID="{5C7C5249-EEFF-4C48-8D84-D3D99CB5B164}" presName="iconBgRect" presStyleLbl="bgShp" presStyleIdx="1" presStyleCnt="3"/>
      <dgm:spPr/>
    </dgm:pt>
    <dgm:pt modelId="{BF8C9AAF-8858-4D4F-BC49-43E7CE656E2A}" type="pres">
      <dgm:prSet presAssocID="{5C7C5249-EEFF-4C48-8D84-D3D99CB5B1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CFEB869-186F-4902-9F01-9D2047B55411}" type="pres">
      <dgm:prSet presAssocID="{5C7C5249-EEFF-4C48-8D84-D3D99CB5B164}" presName="spaceRect" presStyleCnt="0"/>
      <dgm:spPr/>
    </dgm:pt>
    <dgm:pt modelId="{8F63630F-2478-4345-A295-14E747BEAD59}" type="pres">
      <dgm:prSet presAssocID="{5C7C5249-EEFF-4C48-8D84-D3D99CB5B164}" presName="textRect" presStyleLbl="revTx" presStyleIdx="1" presStyleCnt="3">
        <dgm:presLayoutVars>
          <dgm:chMax val="1"/>
          <dgm:chPref val="1"/>
        </dgm:presLayoutVars>
      </dgm:prSet>
      <dgm:spPr/>
    </dgm:pt>
    <dgm:pt modelId="{9C883609-A47F-4DB4-A607-5CF8B6A8611B}" type="pres">
      <dgm:prSet presAssocID="{888EABCE-8943-4D92-8F91-0C3DAEE9CA72}" presName="sibTrans" presStyleCnt="0"/>
      <dgm:spPr/>
    </dgm:pt>
    <dgm:pt modelId="{295F64C3-E595-4A27-A241-ACFC07098966}" type="pres">
      <dgm:prSet presAssocID="{C65598F8-90C0-4AF1-8F20-C209C9ED202C}" presName="compNode" presStyleCnt="0"/>
      <dgm:spPr/>
    </dgm:pt>
    <dgm:pt modelId="{F7926612-515F-4908-A026-9CB40EB67246}" type="pres">
      <dgm:prSet presAssocID="{C65598F8-90C0-4AF1-8F20-C209C9ED202C}" presName="iconBgRect" presStyleLbl="bgShp" presStyleIdx="2" presStyleCnt="3"/>
      <dgm:spPr/>
    </dgm:pt>
    <dgm:pt modelId="{01762F82-7AD8-4041-A26F-71C10AB75F30}" type="pres">
      <dgm:prSet presAssocID="{C65598F8-90C0-4AF1-8F20-C209C9ED202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nglasses Face with Solid Fill"/>
        </a:ext>
      </dgm:extLst>
    </dgm:pt>
    <dgm:pt modelId="{79A3C223-938C-443A-BD78-34B76C245AB8}" type="pres">
      <dgm:prSet presAssocID="{C65598F8-90C0-4AF1-8F20-C209C9ED202C}" presName="spaceRect" presStyleCnt="0"/>
      <dgm:spPr/>
    </dgm:pt>
    <dgm:pt modelId="{B8B2A9CF-7755-4616-8F0A-EAE6C2F3A97A}" type="pres">
      <dgm:prSet presAssocID="{C65598F8-90C0-4AF1-8F20-C209C9ED202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FCDC22B-C2CA-4BBA-AF1D-8D03550D707B}" type="presOf" srcId="{CEA42CBA-15CF-447E-92D4-70B8B01D818D}" destId="{DE3301F5-5A79-4A1A-86BE-442981FF6F15}" srcOrd="0" destOrd="0" presId="urn:microsoft.com/office/officeart/2018/5/layout/IconCircleLabelList"/>
    <dgm:cxn modelId="{FF4E7731-8204-4AAF-8DF0-62CE827103DD}" type="presOf" srcId="{47DEA691-10BF-4305-A0CC-BB98DBEBD423}" destId="{016B71D0-5D12-4A15-A8A5-ADFA2053F235}" srcOrd="0" destOrd="0" presId="urn:microsoft.com/office/officeart/2018/5/layout/IconCircleLabelList"/>
    <dgm:cxn modelId="{7C36F95B-5BBD-4046-84A9-64F2E35DE028}" srcId="{CEA42CBA-15CF-447E-92D4-70B8B01D818D}" destId="{5C7C5249-EEFF-4C48-8D84-D3D99CB5B164}" srcOrd="1" destOrd="0" parTransId="{894E283F-0028-4013-99A5-CF45CF6BD861}" sibTransId="{888EABCE-8943-4D92-8F91-0C3DAEE9CA72}"/>
    <dgm:cxn modelId="{70BCDA63-8364-487A-A4A6-E72851814C57}" type="presOf" srcId="{C65598F8-90C0-4AF1-8F20-C209C9ED202C}" destId="{B8B2A9CF-7755-4616-8F0A-EAE6C2F3A97A}" srcOrd="0" destOrd="0" presId="urn:microsoft.com/office/officeart/2018/5/layout/IconCircleLabelList"/>
    <dgm:cxn modelId="{86A8BF93-F770-49E4-BE30-6C015259114C}" srcId="{CEA42CBA-15CF-447E-92D4-70B8B01D818D}" destId="{C65598F8-90C0-4AF1-8F20-C209C9ED202C}" srcOrd="2" destOrd="0" parTransId="{06260D83-9EDA-4878-BA41-8118FD5D40EC}" sibTransId="{1EE7060A-009A-4E48-99BE-2D2D01111221}"/>
    <dgm:cxn modelId="{1B1F1AEA-BF41-43BE-BC5A-BDE5E43A53E3}" srcId="{CEA42CBA-15CF-447E-92D4-70B8B01D818D}" destId="{47DEA691-10BF-4305-A0CC-BB98DBEBD423}" srcOrd="0" destOrd="0" parTransId="{4E2B5C7E-9C86-4EBB-BBE2-8155229D0E41}" sibTransId="{A7AD3D49-F735-49A4-8D9F-1490EBD43DE8}"/>
    <dgm:cxn modelId="{3EC708F3-5A02-4E19-866E-C1D69E26F112}" type="presOf" srcId="{5C7C5249-EEFF-4C48-8D84-D3D99CB5B164}" destId="{8F63630F-2478-4345-A295-14E747BEAD59}" srcOrd="0" destOrd="0" presId="urn:microsoft.com/office/officeart/2018/5/layout/IconCircleLabelList"/>
    <dgm:cxn modelId="{46D2DF68-78F2-4658-AC77-E87A9B83B395}" type="presParOf" srcId="{DE3301F5-5A79-4A1A-86BE-442981FF6F15}" destId="{834471A3-93DC-4ADC-87C9-05AD06CB519C}" srcOrd="0" destOrd="0" presId="urn:microsoft.com/office/officeart/2018/5/layout/IconCircleLabelList"/>
    <dgm:cxn modelId="{533C4608-C389-4C3C-8976-8B696CBB668B}" type="presParOf" srcId="{834471A3-93DC-4ADC-87C9-05AD06CB519C}" destId="{94B4A930-3D7D-40CB-A463-52C2AC917CE0}" srcOrd="0" destOrd="0" presId="urn:microsoft.com/office/officeart/2018/5/layout/IconCircleLabelList"/>
    <dgm:cxn modelId="{809A73C4-FF1E-4ACF-92F5-ED6C0D565E09}" type="presParOf" srcId="{834471A3-93DC-4ADC-87C9-05AD06CB519C}" destId="{FD53F644-787F-4368-939C-D84490F2D726}" srcOrd="1" destOrd="0" presId="urn:microsoft.com/office/officeart/2018/5/layout/IconCircleLabelList"/>
    <dgm:cxn modelId="{19AD9A81-1E8F-4EB7-A239-68BBDB26E1FD}" type="presParOf" srcId="{834471A3-93DC-4ADC-87C9-05AD06CB519C}" destId="{E1B3F744-4002-40F1-8B62-0F467AA4B98F}" srcOrd="2" destOrd="0" presId="urn:microsoft.com/office/officeart/2018/5/layout/IconCircleLabelList"/>
    <dgm:cxn modelId="{A2503E7E-8600-475A-83CC-BE2C91CBF058}" type="presParOf" srcId="{834471A3-93DC-4ADC-87C9-05AD06CB519C}" destId="{016B71D0-5D12-4A15-A8A5-ADFA2053F235}" srcOrd="3" destOrd="0" presId="urn:microsoft.com/office/officeart/2018/5/layout/IconCircleLabelList"/>
    <dgm:cxn modelId="{F79EAACC-61B4-4917-A34F-47FE0AB5A1DE}" type="presParOf" srcId="{DE3301F5-5A79-4A1A-86BE-442981FF6F15}" destId="{95CD6D4C-B2A1-44DE-A77A-91210362951D}" srcOrd="1" destOrd="0" presId="urn:microsoft.com/office/officeart/2018/5/layout/IconCircleLabelList"/>
    <dgm:cxn modelId="{0CCBDE0C-8B2B-4E2B-A0B0-F9C8E242507D}" type="presParOf" srcId="{DE3301F5-5A79-4A1A-86BE-442981FF6F15}" destId="{793F7FF7-965D-4440-BF72-87D1761BC0AB}" srcOrd="2" destOrd="0" presId="urn:microsoft.com/office/officeart/2018/5/layout/IconCircleLabelList"/>
    <dgm:cxn modelId="{15FBC5DA-7C40-4D6D-8AFA-3161CD10DB70}" type="presParOf" srcId="{793F7FF7-965D-4440-BF72-87D1761BC0AB}" destId="{7795A6C3-56AE-4DAE-B10F-640BF47E6D8E}" srcOrd="0" destOrd="0" presId="urn:microsoft.com/office/officeart/2018/5/layout/IconCircleLabelList"/>
    <dgm:cxn modelId="{4B84D28F-D34D-485B-B88E-3498D7998913}" type="presParOf" srcId="{793F7FF7-965D-4440-BF72-87D1761BC0AB}" destId="{BF8C9AAF-8858-4D4F-BC49-43E7CE656E2A}" srcOrd="1" destOrd="0" presId="urn:microsoft.com/office/officeart/2018/5/layout/IconCircleLabelList"/>
    <dgm:cxn modelId="{2DAA2B6E-ABF7-4322-B4FA-C36CE2D17B84}" type="presParOf" srcId="{793F7FF7-965D-4440-BF72-87D1761BC0AB}" destId="{8CFEB869-186F-4902-9F01-9D2047B55411}" srcOrd="2" destOrd="0" presId="urn:microsoft.com/office/officeart/2018/5/layout/IconCircleLabelList"/>
    <dgm:cxn modelId="{79902B09-D0FE-4E0B-B045-F064809F57D0}" type="presParOf" srcId="{793F7FF7-965D-4440-BF72-87D1761BC0AB}" destId="{8F63630F-2478-4345-A295-14E747BEAD59}" srcOrd="3" destOrd="0" presId="urn:microsoft.com/office/officeart/2018/5/layout/IconCircleLabelList"/>
    <dgm:cxn modelId="{36C26856-0EEF-4BEE-80FB-C3FD841D6F2D}" type="presParOf" srcId="{DE3301F5-5A79-4A1A-86BE-442981FF6F15}" destId="{9C883609-A47F-4DB4-A607-5CF8B6A8611B}" srcOrd="3" destOrd="0" presId="urn:microsoft.com/office/officeart/2018/5/layout/IconCircleLabelList"/>
    <dgm:cxn modelId="{93099017-CF3C-451D-B053-C0B8EA559321}" type="presParOf" srcId="{DE3301F5-5A79-4A1A-86BE-442981FF6F15}" destId="{295F64C3-E595-4A27-A241-ACFC07098966}" srcOrd="4" destOrd="0" presId="urn:microsoft.com/office/officeart/2018/5/layout/IconCircleLabelList"/>
    <dgm:cxn modelId="{0E8820FC-363C-4C17-885D-9185F6D65D03}" type="presParOf" srcId="{295F64C3-E595-4A27-A241-ACFC07098966}" destId="{F7926612-515F-4908-A026-9CB40EB67246}" srcOrd="0" destOrd="0" presId="urn:microsoft.com/office/officeart/2018/5/layout/IconCircleLabelList"/>
    <dgm:cxn modelId="{0A3187A0-E0A0-4313-B0DB-B382AD3A252E}" type="presParOf" srcId="{295F64C3-E595-4A27-A241-ACFC07098966}" destId="{01762F82-7AD8-4041-A26F-71C10AB75F30}" srcOrd="1" destOrd="0" presId="urn:microsoft.com/office/officeart/2018/5/layout/IconCircleLabelList"/>
    <dgm:cxn modelId="{A4590522-20AF-4CC1-B853-41D14E26DF18}" type="presParOf" srcId="{295F64C3-E595-4A27-A241-ACFC07098966}" destId="{79A3C223-938C-443A-BD78-34B76C245AB8}" srcOrd="2" destOrd="0" presId="urn:microsoft.com/office/officeart/2018/5/layout/IconCircleLabelList"/>
    <dgm:cxn modelId="{20894693-01B4-463B-BB0F-0FFA159AF914}" type="presParOf" srcId="{295F64C3-E595-4A27-A241-ACFC07098966}" destId="{B8B2A9CF-7755-4616-8F0A-EAE6C2F3A97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71B36D-CB28-453E-A426-6B11A2FE4817}">
      <dsp:nvSpPr>
        <dsp:cNvPr id="0" name=""/>
        <dsp:cNvSpPr/>
      </dsp:nvSpPr>
      <dsp:spPr>
        <a:xfrm>
          <a:off x="0" y="24870"/>
          <a:ext cx="5175384" cy="131975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Traditional Robots use 'First-In, First-Out' (FIFO) or Shortest-Path algorithms.</a:t>
          </a:r>
        </a:p>
      </dsp:txBody>
      <dsp:txXfrm>
        <a:off x="64425" y="89295"/>
        <a:ext cx="5046534" cy="1190909"/>
      </dsp:txXfrm>
    </dsp:sp>
    <dsp:sp modelId="{B8FF00BB-148F-4A26-BD7C-816C66561265}">
      <dsp:nvSpPr>
        <dsp:cNvPr id="0" name=""/>
        <dsp:cNvSpPr/>
      </dsp:nvSpPr>
      <dsp:spPr>
        <a:xfrm>
          <a:off x="0" y="1413750"/>
          <a:ext cx="5175384" cy="131975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Flaw: Geometrically precise, but socially unaware.</a:t>
          </a:r>
        </a:p>
      </dsp:txBody>
      <dsp:txXfrm>
        <a:off x="64425" y="1478175"/>
        <a:ext cx="5046534" cy="1190909"/>
      </dsp:txXfrm>
    </dsp:sp>
    <dsp:sp modelId="{EF4F8B3A-0DD0-41DF-8F1B-A46136BEF1A2}">
      <dsp:nvSpPr>
        <dsp:cNvPr id="0" name=""/>
        <dsp:cNvSpPr/>
      </dsp:nvSpPr>
      <dsp:spPr>
        <a:xfrm>
          <a:off x="0" y="2802630"/>
          <a:ext cx="5175384" cy="131975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Example: Delivering to a happy customer 5 feet away while ignoring a furious customer 20 feet away.</a:t>
          </a:r>
        </a:p>
      </dsp:txBody>
      <dsp:txXfrm>
        <a:off x="64425" y="2867055"/>
        <a:ext cx="5046534" cy="1190909"/>
      </dsp:txXfrm>
    </dsp:sp>
    <dsp:sp modelId="{F1CD9C8D-A3B4-4620-BD95-3CE1FAEC0076}">
      <dsp:nvSpPr>
        <dsp:cNvPr id="0" name=""/>
        <dsp:cNvSpPr/>
      </dsp:nvSpPr>
      <dsp:spPr>
        <a:xfrm>
          <a:off x="0" y="4191510"/>
          <a:ext cx="5175384" cy="131975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Service robots must understand human emotional urgency to be viable in the real world.</a:t>
          </a:r>
        </a:p>
      </dsp:txBody>
      <dsp:txXfrm>
        <a:off x="64425" y="4255935"/>
        <a:ext cx="5046534" cy="11909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2FB72B-A3E0-42F1-BEF4-DD5EB5DD8D52}">
      <dsp:nvSpPr>
        <dsp:cNvPr id="0" name=""/>
        <dsp:cNvSpPr/>
      </dsp:nvSpPr>
      <dsp:spPr>
        <a:xfrm>
          <a:off x="0" y="4150553"/>
          <a:ext cx="4773168" cy="13623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Dynamic A* Pathfinding: Explicitly overrides geographical efficiency for emotional urgency.</a:t>
          </a:r>
        </a:p>
      </dsp:txBody>
      <dsp:txXfrm>
        <a:off x="0" y="4150553"/>
        <a:ext cx="4773168" cy="1362304"/>
      </dsp:txXfrm>
    </dsp:sp>
    <dsp:sp modelId="{8DB7A6EE-93A5-4856-B276-BC13FAB24D59}">
      <dsp:nvSpPr>
        <dsp:cNvPr id="0" name=""/>
        <dsp:cNvSpPr/>
      </dsp:nvSpPr>
      <dsp:spPr>
        <a:xfrm rot="10800000">
          <a:off x="0" y="2075763"/>
          <a:ext cx="4773168" cy="2095223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100% Offline Affective Computing Pipeline: Ensures zero-latency processing without internet dependency.</a:t>
          </a:r>
        </a:p>
      </dsp:txBody>
      <dsp:txXfrm rot="10800000">
        <a:off x="0" y="2075763"/>
        <a:ext cx="4773168" cy="1361413"/>
      </dsp:txXfrm>
    </dsp:sp>
    <dsp:sp modelId="{61004763-2EED-45CA-8315-52BC9F814D69}">
      <dsp:nvSpPr>
        <dsp:cNvPr id="0" name=""/>
        <dsp:cNvSpPr/>
      </dsp:nvSpPr>
      <dsp:spPr>
        <a:xfrm rot="10800000">
          <a:off x="0" y="974"/>
          <a:ext cx="4773168" cy="2095223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Macro-Task Prioritization: Altering WHO the robot serves first, not just collision avoidance.</a:t>
          </a:r>
        </a:p>
      </dsp:txBody>
      <dsp:txXfrm rot="10800000">
        <a:off x="0" y="974"/>
        <a:ext cx="4773168" cy="13614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E55ACE-C7C4-4965-9D0A-273BD6C9F495}">
      <dsp:nvSpPr>
        <dsp:cNvPr id="0" name=""/>
        <dsp:cNvSpPr/>
      </dsp:nvSpPr>
      <dsp:spPr>
        <a:xfrm>
          <a:off x="0" y="375780"/>
          <a:ext cx="4773168" cy="123069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Modality 1 (Semantic): DistilBERT Text-Classification.</a:t>
          </a:r>
        </a:p>
      </dsp:txBody>
      <dsp:txXfrm>
        <a:off x="60077" y="435857"/>
        <a:ext cx="4653014" cy="1110539"/>
      </dsp:txXfrm>
    </dsp:sp>
    <dsp:sp modelId="{586E0AB6-EEA3-411E-946F-206E2AC02819}">
      <dsp:nvSpPr>
        <dsp:cNvPr id="0" name=""/>
        <dsp:cNvSpPr/>
      </dsp:nvSpPr>
      <dsp:spPr>
        <a:xfrm>
          <a:off x="0" y="1606474"/>
          <a:ext cx="4773168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548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- Maps 28 granular emotions into Positive/Neutral/Negative.</a:t>
          </a:r>
        </a:p>
      </dsp:txBody>
      <dsp:txXfrm>
        <a:off x="0" y="1606474"/>
        <a:ext cx="4773168" cy="535095"/>
      </dsp:txXfrm>
    </dsp:sp>
    <dsp:sp modelId="{FE277B44-F7CA-42AF-A091-BA293594052F}">
      <dsp:nvSpPr>
        <dsp:cNvPr id="0" name=""/>
        <dsp:cNvSpPr/>
      </dsp:nvSpPr>
      <dsp:spPr>
        <a:xfrm>
          <a:off x="0" y="2141569"/>
          <a:ext cx="4773168" cy="1230693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Modality 2 (Acoustic): Wav2Vec2 Audio-Classification.</a:t>
          </a:r>
        </a:p>
      </dsp:txBody>
      <dsp:txXfrm>
        <a:off x="60077" y="2201646"/>
        <a:ext cx="4653014" cy="1110539"/>
      </dsp:txXfrm>
    </dsp:sp>
    <dsp:sp modelId="{084044C1-898F-4BF5-8B65-D385FCEF8366}">
      <dsp:nvSpPr>
        <dsp:cNvPr id="0" name=""/>
        <dsp:cNvSpPr/>
      </dsp:nvSpPr>
      <dsp:spPr>
        <a:xfrm>
          <a:off x="0" y="3372262"/>
          <a:ext cx="4773168" cy="5350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548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/>
            <a:t>- Analyzes raw soundwave frequencies for non-verbal tone.</a:t>
          </a:r>
        </a:p>
      </dsp:txBody>
      <dsp:txXfrm>
        <a:off x="0" y="3372262"/>
        <a:ext cx="4773168" cy="535095"/>
      </dsp:txXfrm>
    </dsp:sp>
    <dsp:sp modelId="{C6D83255-6898-4498-B82E-232121BF98B5}">
      <dsp:nvSpPr>
        <dsp:cNvPr id="0" name=""/>
        <dsp:cNvSpPr/>
      </dsp:nvSpPr>
      <dsp:spPr>
        <a:xfrm>
          <a:off x="0" y="3907357"/>
          <a:ext cx="4773168" cy="1230693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Why two modalities? Cross-referencing prevents false positives (e.g., sarcasm or polite words with angry tone).</a:t>
          </a:r>
        </a:p>
      </dsp:txBody>
      <dsp:txXfrm>
        <a:off x="60077" y="3967434"/>
        <a:ext cx="4653014" cy="11105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4F542-A2B6-49D8-B4C5-EEE0BFCB334C}">
      <dsp:nvSpPr>
        <dsp:cNvPr id="0" name=""/>
        <dsp:cNvSpPr/>
      </dsp:nvSpPr>
      <dsp:spPr>
        <a:xfrm>
          <a:off x="582" y="484533"/>
          <a:ext cx="2272382" cy="1363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 1: Initialization (9 tables, random wait times assigned).</a:t>
          </a:r>
        </a:p>
      </dsp:txBody>
      <dsp:txXfrm>
        <a:off x="582" y="484533"/>
        <a:ext cx="2272382" cy="1363429"/>
      </dsp:txXfrm>
    </dsp:sp>
    <dsp:sp modelId="{EA849AB9-3571-4620-B15D-9BA255352D04}">
      <dsp:nvSpPr>
        <dsp:cNvPr id="0" name=""/>
        <dsp:cNvSpPr/>
      </dsp:nvSpPr>
      <dsp:spPr>
        <a:xfrm>
          <a:off x="2500203" y="484533"/>
          <a:ext cx="2272382" cy="1363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 2: Perception Patrol (Robot listens to audio, tables change color).</a:t>
          </a:r>
        </a:p>
      </dsp:txBody>
      <dsp:txXfrm>
        <a:off x="2500203" y="484533"/>
        <a:ext cx="2272382" cy="1363429"/>
      </dsp:txXfrm>
    </dsp:sp>
    <dsp:sp modelId="{14CF32ED-9120-46DE-BE3F-F670D8E60D16}">
      <dsp:nvSpPr>
        <dsp:cNvPr id="0" name=""/>
        <dsp:cNvSpPr/>
      </dsp:nvSpPr>
      <dsp:spPr>
        <a:xfrm>
          <a:off x="582" y="2075201"/>
          <a:ext cx="2272382" cy="1363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 3: Kitchen Interrupt (Orders are flagged as ready).</a:t>
          </a:r>
        </a:p>
      </dsp:txBody>
      <dsp:txXfrm>
        <a:off x="582" y="2075201"/>
        <a:ext cx="2272382" cy="1363429"/>
      </dsp:txXfrm>
    </dsp:sp>
    <dsp:sp modelId="{317D4B34-0B08-4EE1-BA0C-0D277638690F}">
      <dsp:nvSpPr>
        <dsp:cNvPr id="0" name=""/>
        <dsp:cNvSpPr/>
      </dsp:nvSpPr>
      <dsp:spPr>
        <a:xfrm>
          <a:off x="2500203" y="2075201"/>
          <a:ext cx="2272382" cy="1363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 4: Priority Brain (Calculate the 1-9 priority scores).</a:t>
          </a:r>
        </a:p>
      </dsp:txBody>
      <dsp:txXfrm>
        <a:off x="2500203" y="2075201"/>
        <a:ext cx="2272382" cy="1363429"/>
      </dsp:txXfrm>
    </dsp:sp>
    <dsp:sp modelId="{6E9CB4BE-C99D-467C-829E-BF04EBF0F238}">
      <dsp:nvSpPr>
        <dsp:cNvPr id="0" name=""/>
        <dsp:cNvSpPr/>
      </dsp:nvSpPr>
      <dsp:spPr>
        <a:xfrm>
          <a:off x="1250392" y="3665868"/>
          <a:ext cx="2272382" cy="13634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State 5: Execution (A* Pathfinding delivery in strict priority order).</a:t>
          </a:r>
        </a:p>
      </dsp:txBody>
      <dsp:txXfrm>
        <a:off x="1250392" y="3665868"/>
        <a:ext cx="2272382" cy="13634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3B67F6-2E6A-47D7-8599-10A0FF2E80EB}">
      <dsp:nvSpPr>
        <dsp:cNvPr id="0" name=""/>
        <dsp:cNvSpPr/>
      </dsp:nvSpPr>
      <dsp:spPr>
        <a:xfrm>
          <a:off x="782800" y="593336"/>
          <a:ext cx="1136499" cy="11364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DD8362-A8E8-403C-A069-AC14918B6FB3}">
      <dsp:nvSpPr>
        <dsp:cNvPr id="0" name=""/>
        <dsp:cNvSpPr/>
      </dsp:nvSpPr>
      <dsp:spPr>
        <a:xfrm>
          <a:off x="88272" y="2106954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Terminal Output showing AI Tone &amp; Text breakdown</a:t>
          </a:r>
        </a:p>
      </dsp:txBody>
      <dsp:txXfrm>
        <a:off x="88272" y="2106954"/>
        <a:ext cx="2525555" cy="720000"/>
      </dsp:txXfrm>
    </dsp:sp>
    <dsp:sp modelId="{2C188AB5-AE88-4F58-BA8B-68658106E225}">
      <dsp:nvSpPr>
        <dsp:cNvPr id="0" name=""/>
        <dsp:cNvSpPr/>
      </dsp:nvSpPr>
      <dsp:spPr>
        <a:xfrm>
          <a:off x="3750327" y="631613"/>
          <a:ext cx="1136499" cy="11364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AF12F-3C8B-4DD8-8F9B-3CC171642324}">
      <dsp:nvSpPr>
        <dsp:cNvPr id="0" name=""/>
        <dsp:cNvSpPr/>
      </dsp:nvSpPr>
      <dsp:spPr>
        <a:xfrm>
          <a:off x="3055800" y="2221785"/>
          <a:ext cx="2525555" cy="5668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Matplotlib Grid showing robot path</a:t>
          </a:r>
        </a:p>
      </dsp:txBody>
      <dsp:txXfrm>
        <a:off x="3055800" y="2221785"/>
        <a:ext cx="2525555" cy="566892"/>
      </dsp:txXfrm>
    </dsp:sp>
    <dsp:sp modelId="{44421155-3A15-4293-849F-710856F858A1}">
      <dsp:nvSpPr>
        <dsp:cNvPr id="0" name=""/>
        <dsp:cNvSpPr/>
      </dsp:nvSpPr>
      <dsp:spPr>
        <a:xfrm>
          <a:off x="782800" y="3458342"/>
          <a:ext cx="1136499" cy="11364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338C62-4FBA-4188-8FF6-1FCA2C9C2A24}">
      <dsp:nvSpPr>
        <dsp:cNvPr id="0" name=""/>
        <dsp:cNvSpPr/>
      </dsp:nvSpPr>
      <dsp:spPr>
        <a:xfrm>
          <a:off x="88272" y="4971960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Success: Matrix conservatively handled conflicts (e.g., Polite text + Angry tone = Neutral).</a:t>
          </a:r>
        </a:p>
      </dsp:txBody>
      <dsp:txXfrm>
        <a:off x="88272" y="4971960"/>
        <a:ext cx="2525555" cy="720000"/>
      </dsp:txXfrm>
    </dsp:sp>
    <dsp:sp modelId="{AEDCFC2F-80AA-41FE-BE3F-F4640FC4AE66}">
      <dsp:nvSpPr>
        <dsp:cNvPr id="0" name=""/>
        <dsp:cNvSpPr/>
      </dsp:nvSpPr>
      <dsp:spPr>
        <a:xfrm>
          <a:off x="3750327" y="3458342"/>
          <a:ext cx="1136499" cy="11364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38345-F92A-4E13-B4E6-83C3438EB370}">
      <dsp:nvSpPr>
        <dsp:cNvPr id="0" name=""/>
        <dsp:cNvSpPr/>
      </dsp:nvSpPr>
      <dsp:spPr>
        <a:xfrm>
          <a:off x="3055800" y="4971960"/>
          <a:ext cx="2525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Success: A* algorithm bypassed closer 'Green' tables to immediately serve 'Red' tables.</a:t>
          </a:r>
        </a:p>
      </dsp:txBody>
      <dsp:txXfrm>
        <a:off x="3055800" y="4971960"/>
        <a:ext cx="2525555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AC034-0068-4B21-B36E-58FFEB6DD381}">
      <dsp:nvSpPr>
        <dsp:cNvPr id="0" name=""/>
        <dsp:cNvSpPr/>
      </dsp:nvSpPr>
      <dsp:spPr>
        <a:xfrm>
          <a:off x="0" y="370332"/>
          <a:ext cx="4773168" cy="4773168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AC7C22-4C5D-4309-801A-8351529D91D9}">
      <dsp:nvSpPr>
        <dsp:cNvPr id="0" name=""/>
        <dsp:cNvSpPr/>
      </dsp:nvSpPr>
      <dsp:spPr>
        <a:xfrm>
          <a:off x="453450" y="823782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Network Firewalls: Migrated Hugging Face pipelines to local .safetensors files for offline execution.</a:t>
          </a:r>
        </a:p>
      </dsp:txBody>
      <dsp:txXfrm>
        <a:off x="544323" y="914655"/>
        <a:ext cx="1679789" cy="1679789"/>
      </dsp:txXfrm>
    </dsp:sp>
    <dsp:sp modelId="{C31A306B-DCF7-47C2-A20C-08BC97D5F795}">
      <dsp:nvSpPr>
        <dsp:cNvPr id="0" name=""/>
        <dsp:cNvSpPr/>
      </dsp:nvSpPr>
      <dsp:spPr>
        <a:xfrm>
          <a:off x="2458181" y="823782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FFmpeg Windows Bug: Bypassed pipeline shortcuts using native librosa loading.</a:t>
          </a:r>
        </a:p>
      </dsp:txBody>
      <dsp:txXfrm>
        <a:off x="2549054" y="914655"/>
        <a:ext cx="1679789" cy="1679789"/>
      </dsp:txXfrm>
    </dsp:sp>
    <dsp:sp modelId="{05C33D9C-A235-495C-A8EB-AE6748915F61}">
      <dsp:nvSpPr>
        <dsp:cNvPr id="0" name=""/>
        <dsp:cNvSpPr/>
      </dsp:nvSpPr>
      <dsp:spPr>
        <a:xfrm>
          <a:off x="453450" y="2828513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PyTorch Math Crashes: Solved divide-by-zero NaN errors with safe-normalization (1e-9 epsilon) and float32 tensor casting.</a:t>
          </a:r>
        </a:p>
      </dsp:txBody>
      <dsp:txXfrm>
        <a:off x="544323" y="2919386"/>
        <a:ext cx="1679789" cy="1679789"/>
      </dsp:txXfrm>
    </dsp:sp>
    <dsp:sp modelId="{75D7E52B-0E61-4445-A9A8-4CAD6A75C8CF}">
      <dsp:nvSpPr>
        <dsp:cNvPr id="0" name=""/>
        <dsp:cNvSpPr/>
      </dsp:nvSpPr>
      <dsp:spPr>
        <a:xfrm>
          <a:off x="2458181" y="2828513"/>
          <a:ext cx="1861535" cy="186153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Omission of Facial Recognition: Re-scoped to Dual-Modality to preserve real-time computational constraints.</a:t>
          </a:r>
        </a:p>
      </dsp:txBody>
      <dsp:txXfrm>
        <a:off x="2549054" y="2919386"/>
        <a:ext cx="1679789" cy="16797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3D454-0977-4B03-A708-66A5E69AFB8D}">
      <dsp:nvSpPr>
        <dsp:cNvPr id="0" name=""/>
        <dsp:cNvSpPr/>
      </dsp:nvSpPr>
      <dsp:spPr>
        <a:xfrm>
          <a:off x="0" y="1762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DECAABF-1368-4551-BBC7-DCCD46CB1169}">
      <dsp:nvSpPr>
        <dsp:cNvPr id="0" name=""/>
        <dsp:cNvSpPr/>
      </dsp:nvSpPr>
      <dsp:spPr>
        <a:xfrm>
          <a:off x="0" y="1762"/>
          <a:ext cx="3815379" cy="120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ROS &amp; Gazebo Integration: Porting to 3D continuous environment with a physical TurtleBot.</a:t>
          </a:r>
        </a:p>
      </dsp:txBody>
      <dsp:txXfrm>
        <a:off x="0" y="1762"/>
        <a:ext cx="3815379" cy="1201963"/>
      </dsp:txXfrm>
    </dsp:sp>
    <dsp:sp modelId="{9ABECEA5-F604-4183-A56E-232AD1A76AAC}">
      <dsp:nvSpPr>
        <dsp:cNvPr id="0" name=""/>
        <dsp:cNvSpPr/>
      </dsp:nvSpPr>
      <dsp:spPr>
        <a:xfrm>
          <a:off x="0" y="1203726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D09EDD5-D079-4BF0-A2A3-271B57959C6F}">
      <dsp:nvSpPr>
        <dsp:cNvPr id="0" name=""/>
        <dsp:cNvSpPr/>
      </dsp:nvSpPr>
      <dsp:spPr>
        <a:xfrm>
          <a:off x="0" y="1203726"/>
          <a:ext cx="3815379" cy="120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Dynamic Spawning: Interactive simulation with moving obstacles and real-time customer influx.</a:t>
          </a:r>
        </a:p>
      </dsp:txBody>
      <dsp:txXfrm>
        <a:off x="0" y="1203726"/>
        <a:ext cx="3815379" cy="1201963"/>
      </dsp:txXfrm>
    </dsp:sp>
    <dsp:sp modelId="{D39D7C64-E897-4CF1-B4A9-D0928EBB24AD}">
      <dsp:nvSpPr>
        <dsp:cNvPr id="0" name=""/>
        <dsp:cNvSpPr/>
      </dsp:nvSpPr>
      <dsp:spPr>
        <a:xfrm>
          <a:off x="0" y="2405689"/>
          <a:ext cx="38153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F97D941-E33F-44CF-91C3-AA81561E7916}">
      <dsp:nvSpPr>
        <dsp:cNvPr id="0" name=""/>
        <dsp:cNvSpPr/>
      </dsp:nvSpPr>
      <dsp:spPr>
        <a:xfrm>
          <a:off x="0" y="2405689"/>
          <a:ext cx="3815379" cy="120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Triple Modality: Integrating Computer Vision (YOLO Facial Emotion Recognition) with an upgraded GPU.</a:t>
          </a:r>
        </a:p>
      </dsp:txBody>
      <dsp:txXfrm>
        <a:off x="0" y="2405689"/>
        <a:ext cx="3815379" cy="12019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B4A930-3D7D-40CB-A463-52C2AC917CE0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53F644-787F-4368-939C-D84490F2D726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B71D0-5D12-4A15-A8A5-ADFA2053F235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Affective computing successfully enhances robotic pathfinding.</a:t>
          </a:r>
        </a:p>
      </dsp:txBody>
      <dsp:txXfrm>
        <a:off x="46529" y="2703902"/>
        <a:ext cx="2418750" cy="720000"/>
      </dsp:txXfrm>
    </dsp:sp>
    <dsp:sp modelId="{7795A6C3-56AE-4DAE-B10F-640BF47E6D8E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8C9AAF-8858-4D4F-BC49-43E7CE656E2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63630F-2478-4345-A295-14E747BEAD59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Integrating semantic and acoustic AI yields a significantly more practical and socially aware service robot.</a:t>
          </a:r>
        </a:p>
      </dsp:txBody>
      <dsp:txXfrm>
        <a:off x="2888560" y="2703902"/>
        <a:ext cx="2418750" cy="720000"/>
      </dsp:txXfrm>
    </dsp:sp>
    <dsp:sp modelId="{F7926612-515F-4908-A026-9CB40EB67246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762F82-7AD8-4041-A26F-71C10AB75F30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2A9CF-7755-4616-8F0A-EAE6C2F3A97A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Thank you! 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11.jpe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700" dirty="0"/>
              <a:t>Emotionally Intelligent Dynamic Pathfinding for Service Robots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000"/>
              <a:t>Farhan Zariwala</a:t>
            </a:r>
          </a:p>
          <a:p>
            <a:pPr algn="l">
              <a:lnSpc>
                <a:spcPct val="90000"/>
              </a:lnSpc>
            </a:pPr>
            <a:r>
              <a:rPr lang="en-US" sz="3000"/>
              <a:t>Comp 361</a:t>
            </a:r>
          </a:p>
          <a:p>
            <a:pPr algn="l">
              <a:lnSpc>
                <a:spcPct val="90000"/>
              </a:lnSpc>
            </a:pPr>
            <a:r>
              <a:rPr lang="en-US" sz="3000"/>
              <a:t>April 10, 2026</a:t>
            </a:r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85632FF2-42BD-4901-A641-007C2B82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415" r="29494" b="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300"/>
              <a:t>The Problem Statement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B51FE1-ADF3-2F7B-C029-226E18771B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608969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The Proposed Solution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BECDCA-3C27-5F9F-51CA-7D28ADE93D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9639748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The Brain - Dual-Modality AI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DA720E-C97C-6039-8F58-5F8040F7B9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8508876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The Priority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600"/>
              <a:t>Wait Time + AI Emotion = Priority Score (1 to 9)</a:t>
            </a:r>
          </a:p>
          <a:p>
            <a:pPr lvl="1"/>
            <a:r>
              <a:rPr lang="en-US" sz="1600"/>
              <a:t>Priority 1: Negative Emotion + Most Wait Time (Urgent!)</a:t>
            </a:r>
          </a:p>
          <a:p>
            <a:pPr lvl="1"/>
            <a:r>
              <a:rPr lang="en-US" sz="1600"/>
              <a:t>Priority 2: Negative Emotion + Some Wait Time</a:t>
            </a:r>
          </a:p>
          <a:p>
            <a:pPr lvl="1"/>
            <a:r>
              <a:rPr lang="en-US" sz="1600"/>
              <a:t>Priority 3: Neutral Emotion + Most Wait Time</a:t>
            </a:r>
          </a:p>
          <a:p>
            <a:pPr lvl="1"/>
            <a:r>
              <a:rPr lang="en-US" sz="1600"/>
              <a:t>Priority 4: Negative Emotion + Just Ordered</a:t>
            </a:r>
          </a:p>
          <a:p>
            <a:r>
              <a:rPr lang="en-US" sz="1600"/>
              <a:t>...</a:t>
            </a:r>
          </a:p>
          <a:p>
            <a:pPr lvl="1"/>
            <a:r>
              <a:rPr lang="en-US" sz="1600"/>
              <a:t>Priority 9: Positive Emotion + Just Ordered (Lowest Priority)</a:t>
            </a:r>
          </a:p>
        </p:txBody>
      </p:sp>
      <p:pic>
        <p:nvPicPr>
          <p:cNvPr id="5" name="Picture 4" descr="Alarm clocks in a line">
            <a:extLst>
              <a:ext uri="{FF2B5EF4-FFF2-40B4-BE49-F238E27FC236}">
                <a16:creationId xmlns:a16="http://schemas.microsoft.com/office/drawing/2014/main" id="{C29F49C2-EA0A-9BD0-28F4-155C789707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27" r="3043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The Simulation State Machine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AE03F34-0910-5298-0F53-EB42FB4376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7722547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6" y="-2"/>
            <a:ext cx="2601176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/>
            <a:r>
              <a:rPr lang="en-IN" sz="4200">
                <a:solidFill>
                  <a:schemeClr val="bg1"/>
                </a:solidFill>
              </a:rPr>
              <a:t>Experimental Results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3C7295-B53B-F09F-999D-E5C6007233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7028156"/>
              </p:ext>
            </p:extLst>
          </p:nvPr>
        </p:nvGraphicFramePr>
        <p:xfrm>
          <a:off x="2845722" y="288758"/>
          <a:ext cx="5669628" cy="62852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id="{5CDF2931-8F93-ABCD-6443-307EAC1F24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556" y="473230"/>
            <a:ext cx="2855111" cy="1741074"/>
          </a:xfrm>
          <a:prstGeom prst="rect">
            <a:avLst/>
          </a:prstGeom>
        </p:spPr>
      </p:pic>
      <p:pic>
        <p:nvPicPr>
          <p:cNvPr id="12" name="Picture 11" descr="A grid with colorful squares&#10;&#10;Description automatically generated">
            <a:extLst>
              <a:ext uri="{FF2B5EF4-FFF2-40B4-BE49-F238E27FC236}">
                <a16:creationId xmlns:a16="http://schemas.microsoft.com/office/drawing/2014/main" id="{52D56EBE-B51C-C43A-6E5F-F2B16AFBB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7100" y="390423"/>
            <a:ext cx="1949201" cy="19729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en-IN" sz="3500"/>
              <a:t>Technical Challenges Overcome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88AFBF-EE95-B4DD-7387-AE837F3B0E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6572849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335A262-7106-4571-BE09-CFA60A9DB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6F043C-2A2A-4ECE-99FC-9670FAF956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600200" y="685800"/>
            <a:ext cx="7543800" cy="5486400"/>
          </a:xfrm>
          <a:prstGeom prst="rect">
            <a:avLst/>
          </a:prstGeom>
          <a:solidFill>
            <a:schemeClr val="bg1">
              <a:lumMod val="9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685800"/>
            <a:ext cx="3815379" cy="1692835"/>
          </a:xfrm>
        </p:spPr>
        <p:txBody>
          <a:bodyPr anchor="t">
            <a:normAutofit/>
          </a:bodyPr>
          <a:lstStyle/>
          <a:p>
            <a:pPr algn="l"/>
            <a:r>
              <a:t>Future Work</a:t>
            </a:r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6FE5A8-8C9A-4D97-A7C4-214929653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823" y="685797"/>
            <a:ext cx="89154" cy="15504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EAC461-CA07-FAF5-58E6-641283397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344" r="23594" b="2"/>
          <a:stretch>
            <a:fillRect/>
          </a:stretch>
        </p:blipFill>
        <p:spPr>
          <a:xfrm>
            <a:off x="5145741" y="1048447"/>
            <a:ext cx="3603812" cy="480508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6297F2B-78AD-4022-83A4-78FC55E113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54846" y="6172201"/>
            <a:ext cx="89154" cy="685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BA7F4C-B152-70BD-4EAB-6BCC3B8F03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3584238"/>
              </p:ext>
            </p:extLst>
          </p:nvPr>
        </p:nvGraphicFramePr>
        <p:xfrm>
          <a:off x="1097280" y="2562784"/>
          <a:ext cx="3815379" cy="3609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697AFFDB-9484-98F6-68CB-73A504700E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124383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510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Helvetica Neue Medium</vt:lpstr>
      <vt:lpstr>Office Theme</vt:lpstr>
      <vt:lpstr>Emotionally Intelligent Dynamic Pathfinding for Service Robots</vt:lpstr>
      <vt:lpstr>The Problem Statement</vt:lpstr>
      <vt:lpstr>The Proposed Solution</vt:lpstr>
      <vt:lpstr>The Brain - Dual-Modality AI</vt:lpstr>
      <vt:lpstr>The Priority Matrix</vt:lpstr>
      <vt:lpstr>The Simulation State Machine</vt:lpstr>
      <vt:lpstr>Experimental Results</vt:lpstr>
      <vt:lpstr>Technical Challenges Overcome</vt:lpstr>
      <vt:lpstr>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Farhan Zariwala</dc:creator>
  <cp:keywords/>
  <dc:description>generated using python-pptx</dc:description>
  <cp:lastModifiedBy>Farhan.Zariwala</cp:lastModifiedBy>
  <cp:revision>2</cp:revision>
  <dcterms:created xsi:type="dcterms:W3CDTF">2013-01-27T09:14:16Z</dcterms:created>
  <dcterms:modified xsi:type="dcterms:W3CDTF">2026-04-10T19:45:57Z</dcterms:modified>
  <cp:category/>
</cp:coreProperties>
</file>